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95" r:id="rId3"/>
    <p:sldId id="294" r:id="rId4"/>
    <p:sldId id="278" r:id="rId5"/>
    <p:sldId id="276" r:id="rId6"/>
    <p:sldId id="298" r:id="rId7"/>
    <p:sldId id="274" r:id="rId8"/>
    <p:sldId id="299" r:id="rId9"/>
    <p:sldId id="301" r:id="rId10"/>
    <p:sldId id="300" r:id="rId11"/>
    <p:sldId id="302" r:id="rId12"/>
    <p:sldId id="303" r:id="rId13"/>
    <p:sldId id="305" r:id="rId14"/>
    <p:sldId id="306" r:id="rId15"/>
    <p:sldId id="275" r:id="rId16"/>
    <p:sldId id="307" r:id="rId17"/>
    <p:sldId id="29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FF04F2-0F54-458F-A09F-717442087AFB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19CD49C-832D-4A88-ABA1-1D38AB3EF107}">
      <dgm:prSet custT="1"/>
      <dgm:spPr/>
      <dgm:t>
        <a:bodyPr/>
        <a:lstStyle/>
        <a:p>
          <a:r>
            <a:rPr lang="vi-VN" sz="2600"/>
            <a:t>1</a:t>
          </a:r>
          <a:r>
            <a:rPr lang="vi-VN" sz="3900"/>
            <a:t>.</a:t>
          </a:r>
          <a:endParaRPr lang="en-US" sz="3900"/>
        </a:p>
      </dgm:t>
    </dgm:pt>
    <dgm:pt modelId="{E060A252-7375-4CF7-88A5-448F4598D809}" type="parTrans" cxnId="{D0037E32-6344-45D8-AA53-5D7190305958}">
      <dgm:prSet/>
      <dgm:spPr/>
      <dgm:t>
        <a:bodyPr/>
        <a:lstStyle/>
        <a:p>
          <a:endParaRPr lang="en-US"/>
        </a:p>
      </dgm:t>
    </dgm:pt>
    <dgm:pt modelId="{550EE4D9-4807-4B55-85C8-118E8FFC80DA}" type="sibTrans" cxnId="{D0037E32-6344-45D8-AA53-5D7190305958}">
      <dgm:prSet/>
      <dgm:spPr/>
      <dgm:t>
        <a:bodyPr/>
        <a:lstStyle/>
        <a:p>
          <a:endParaRPr lang="en-US"/>
        </a:p>
      </dgm:t>
    </dgm:pt>
    <dgm:pt modelId="{4045548D-B74C-4D20-9E6E-5CE13F960C3C}">
      <dgm:prSet custT="1"/>
      <dgm:spPr/>
      <dgm:t>
        <a:bodyPr/>
        <a:lstStyle/>
        <a:p>
          <a:r>
            <a:rPr lang="vi-VN" sz="2600"/>
            <a:t>2.</a:t>
          </a:r>
          <a:endParaRPr lang="en-US" sz="2600"/>
        </a:p>
      </dgm:t>
    </dgm:pt>
    <dgm:pt modelId="{761A8103-26C6-4A94-A687-A29C73CE8984}" type="parTrans" cxnId="{EC83A0EB-8303-40F9-A57E-5D53909A62D9}">
      <dgm:prSet/>
      <dgm:spPr/>
      <dgm:t>
        <a:bodyPr/>
        <a:lstStyle/>
        <a:p>
          <a:endParaRPr lang="en-US"/>
        </a:p>
      </dgm:t>
    </dgm:pt>
    <dgm:pt modelId="{E1B48218-C283-44ED-8D81-8B8EDBAF52EA}" type="sibTrans" cxnId="{EC83A0EB-8303-40F9-A57E-5D53909A62D9}">
      <dgm:prSet/>
      <dgm:spPr/>
      <dgm:t>
        <a:bodyPr/>
        <a:lstStyle/>
        <a:p>
          <a:endParaRPr lang="en-US"/>
        </a:p>
      </dgm:t>
    </dgm:pt>
    <dgm:pt modelId="{2FC8058E-18AC-4EAA-ADCE-440E0E54C6A9}">
      <dgm:prSet custT="1"/>
      <dgm:spPr/>
      <dgm:t>
        <a:bodyPr/>
        <a:lstStyle/>
        <a:p>
          <a:r>
            <a:rPr lang="vi-VN" sz="2600"/>
            <a:t>3.</a:t>
          </a:r>
          <a:endParaRPr lang="en-US" sz="2600"/>
        </a:p>
      </dgm:t>
    </dgm:pt>
    <dgm:pt modelId="{F0FE477D-ACFA-44F0-8865-1F22FF6BDF4A}" type="parTrans" cxnId="{72A081C0-672B-4219-824D-E89411567502}">
      <dgm:prSet/>
      <dgm:spPr/>
      <dgm:t>
        <a:bodyPr/>
        <a:lstStyle/>
        <a:p>
          <a:endParaRPr lang="en-US"/>
        </a:p>
      </dgm:t>
    </dgm:pt>
    <dgm:pt modelId="{B1775394-8C62-4300-B481-2490E811A2A4}" type="sibTrans" cxnId="{72A081C0-672B-4219-824D-E89411567502}">
      <dgm:prSet/>
      <dgm:spPr/>
      <dgm:t>
        <a:bodyPr/>
        <a:lstStyle/>
        <a:p>
          <a:endParaRPr lang="en-US"/>
        </a:p>
      </dgm:t>
    </dgm:pt>
    <dgm:pt modelId="{3E409D1D-8751-416B-BD0B-27DC59F8D0D6}">
      <dgm:prSet custT="1"/>
      <dgm:spPr/>
      <dgm:t>
        <a:bodyPr/>
        <a:lstStyle/>
        <a:p>
          <a:r>
            <a:rPr lang="vi-VN" sz="2600"/>
            <a:t>4. </a:t>
          </a:r>
          <a:endParaRPr lang="en-US" sz="2600"/>
        </a:p>
      </dgm:t>
    </dgm:pt>
    <dgm:pt modelId="{1C64FDC9-B0AC-41E8-AF5A-F2BDB50B42E1}" type="parTrans" cxnId="{6BA84271-5B73-4D72-8159-E22FBD07F906}">
      <dgm:prSet/>
      <dgm:spPr/>
      <dgm:t>
        <a:bodyPr/>
        <a:lstStyle/>
        <a:p>
          <a:endParaRPr lang="en-US"/>
        </a:p>
      </dgm:t>
    </dgm:pt>
    <dgm:pt modelId="{1C2EE675-1E0A-408C-9BE8-BF1ABE6639CF}" type="sibTrans" cxnId="{6BA84271-5B73-4D72-8159-E22FBD07F906}">
      <dgm:prSet/>
      <dgm:spPr/>
      <dgm:t>
        <a:bodyPr/>
        <a:lstStyle/>
        <a:p>
          <a:endParaRPr lang="en-US"/>
        </a:p>
      </dgm:t>
    </dgm:pt>
    <dgm:pt modelId="{29155360-F2F2-4935-9D07-2706AE1CD4A4}">
      <dgm:prSet custT="1"/>
      <dgm:spPr/>
      <dgm:t>
        <a:bodyPr/>
        <a:lstStyle/>
        <a:p>
          <a:r>
            <a:rPr lang="vi-VN" sz="2600"/>
            <a:t>5. </a:t>
          </a:r>
          <a:endParaRPr lang="en-US" sz="2600"/>
        </a:p>
      </dgm:t>
    </dgm:pt>
    <dgm:pt modelId="{DF2D1444-F522-4FAF-90AF-A09268F2F7F5}" type="parTrans" cxnId="{74303B09-6245-4E83-8C6E-A7B5D82811AC}">
      <dgm:prSet/>
      <dgm:spPr/>
      <dgm:t>
        <a:bodyPr/>
        <a:lstStyle/>
        <a:p>
          <a:endParaRPr lang="en-US"/>
        </a:p>
      </dgm:t>
    </dgm:pt>
    <dgm:pt modelId="{48F59182-2E42-4A72-9306-517D27D82289}" type="sibTrans" cxnId="{74303B09-6245-4E83-8C6E-A7B5D82811AC}">
      <dgm:prSet/>
      <dgm:spPr/>
      <dgm:t>
        <a:bodyPr/>
        <a:lstStyle/>
        <a:p>
          <a:endParaRPr lang="en-US"/>
        </a:p>
      </dgm:t>
    </dgm:pt>
    <dgm:pt modelId="{75477F15-EFC3-4842-A04A-939EC8B0F09F}">
      <dgm:prSet custT="1"/>
      <dgm:spPr/>
      <dgm:t>
        <a:bodyPr/>
        <a:lstStyle/>
        <a:p>
          <a:pPr>
            <a:buNone/>
          </a:pPr>
          <a:r>
            <a:rPr lang="en-US" sz="280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smtClean="0">
              <a:latin typeface="Arial" panose="020B0604020202020204" pitchFamily="34" charset="0"/>
              <a:cs typeface="Arial" panose="020B0604020202020204" pitchFamily="34" charset="0"/>
            </a:rPr>
            <a:t>Kết </a:t>
          </a:r>
          <a:r>
            <a:rPr lang="vi-VN" sz="2800" err="1">
              <a:latin typeface="Arial" panose="020B0604020202020204" pitchFamily="34" charset="0"/>
              <a:cs typeface="Arial" panose="020B0604020202020204" pitchFamily="34" charset="0"/>
            </a:rPr>
            <a:t>luận</a:t>
          </a:r>
          <a:r>
            <a:rPr lang="vi-VN" sz="28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vi-VN" sz="28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err="1">
              <a:latin typeface="Arial" panose="020B0604020202020204" pitchFamily="34" charset="0"/>
              <a:cs typeface="Arial" panose="020B0604020202020204" pitchFamily="34" charset="0"/>
            </a:rPr>
            <a:t>hướng</a:t>
          </a:r>
          <a:r>
            <a:rPr lang="vi-VN" sz="28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err="1">
              <a:latin typeface="Arial" panose="020B0604020202020204" pitchFamily="34" charset="0"/>
              <a:cs typeface="Arial" panose="020B0604020202020204" pitchFamily="34" charset="0"/>
            </a:rPr>
            <a:t>phát</a:t>
          </a:r>
          <a:r>
            <a:rPr lang="vi-VN" sz="28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err="1">
              <a:latin typeface="Arial" panose="020B0604020202020204" pitchFamily="34" charset="0"/>
              <a:cs typeface="Arial" panose="020B0604020202020204" pitchFamily="34" charset="0"/>
            </a:rPr>
            <a:t>triển</a:t>
          </a:r>
          <a:endParaRPr lang="en-US" sz="2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DB4CF7-1084-41FB-86EF-35A07AF38F04}" type="sibTrans" cxnId="{1A1BEF5B-B859-4963-8733-73C1FAFB4F82}">
      <dgm:prSet/>
      <dgm:spPr/>
      <dgm:t>
        <a:bodyPr/>
        <a:lstStyle/>
        <a:p>
          <a:endParaRPr lang="en-US"/>
        </a:p>
      </dgm:t>
    </dgm:pt>
    <dgm:pt modelId="{5709DEE1-ED09-4BEA-9097-E7EB51960662}" type="parTrans" cxnId="{1A1BEF5B-B859-4963-8733-73C1FAFB4F82}">
      <dgm:prSet/>
      <dgm:spPr/>
      <dgm:t>
        <a:bodyPr/>
        <a:lstStyle/>
        <a:p>
          <a:endParaRPr lang="en-US"/>
        </a:p>
      </dgm:t>
    </dgm:pt>
    <dgm:pt modelId="{D0E31410-CDCC-4C5F-8429-0623977C4DF2}">
      <dgm:prSet custT="1"/>
      <dgm:spPr/>
      <dgm:t>
        <a:bodyPr/>
        <a:lstStyle/>
        <a:p>
          <a:pPr>
            <a:buNone/>
          </a:pPr>
          <a:r>
            <a:rPr lang="en-US" sz="2600" smtClean="0">
              <a:latin typeface="Arial" panose="020B0604020202020204" pitchFamily="34" charset="0"/>
              <a:cs typeface="Arial" panose="020B0604020202020204" pitchFamily="34" charset="0"/>
            </a:rPr>
            <a:t>  </a:t>
          </a:r>
          <a:r>
            <a:rPr lang="vi-VN" sz="2800" smtClean="0">
              <a:latin typeface="Arial" panose="020B0604020202020204" pitchFamily="34" charset="0"/>
              <a:cs typeface="Arial" panose="020B0604020202020204" pitchFamily="34" charset="0"/>
            </a:rPr>
            <a:t>Kết </a:t>
          </a:r>
          <a:r>
            <a:rPr lang="vi-VN" sz="2800" err="1">
              <a:latin typeface="Arial" panose="020B0604020202020204" pitchFamily="34" charset="0"/>
              <a:cs typeface="Arial" panose="020B0604020202020204" pitchFamily="34" charset="0"/>
            </a:rPr>
            <a:t>quả</a:t>
          </a:r>
          <a:r>
            <a:rPr lang="vi-VN" sz="28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800" smtClean="0">
              <a:latin typeface="Arial" panose="020B0604020202020204" pitchFamily="34" charset="0"/>
              <a:cs typeface="Arial" panose="020B0604020202020204" pitchFamily="34" charset="0"/>
            </a:rPr>
            <a:t>nghiên cứu </a:t>
          </a:r>
          <a:r>
            <a:rPr lang="vi-VN" sz="2800" smtClean="0">
              <a:latin typeface="Arial" panose="020B0604020202020204" pitchFamily="34" charset="0"/>
              <a:cs typeface="Arial" panose="020B0604020202020204" pitchFamily="34" charset="0"/>
            </a:rPr>
            <a:t>và </a:t>
          </a:r>
          <a:r>
            <a:rPr lang="vi-VN" sz="2800" err="1">
              <a:latin typeface="Arial" panose="020B0604020202020204" pitchFamily="34" charset="0"/>
              <a:cs typeface="Arial" panose="020B0604020202020204" pitchFamily="34" charset="0"/>
            </a:rPr>
            <a:t>đánh</a:t>
          </a:r>
          <a:r>
            <a:rPr lang="vi-VN" sz="28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err="1">
              <a:latin typeface="Arial" panose="020B0604020202020204" pitchFamily="34" charset="0"/>
              <a:cs typeface="Arial" panose="020B0604020202020204" pitchFamily="34" charset="0"/>
            </a:rPr>
            <a:t>giá</a:t>
          </a:r>
          <a:endParaRPr lang="en-US" sz="2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703F22C-559C-49E1-AA6A-556805CFFFA5}" type="sibTrans" cxnId="{56338FC0-5DF8-4179-B5D8-B78E024BFFE3}">
      <dgm:prSet/>
      <dgm:spPr/>
      <dgm:t>
        <a:bodyPr/>
        <a:lstStyle/>
        <a:p>
          <a:endParaRPr lang="en-US"/>
        </a:p>
      </dgm:t>
    </dgm:pt>
    <dgm:pt modelId="{8F462461-9CD6-4E8D-8641-F5C2AA4DC99C}" type="parTrans" cxnId="{56338FC0-5DF8-4179-B5D8-B78E024BFFE3}">
      <dgm:prSet/>
      <dgm:spPr/>
      <dgm:t>
        <a:bodyPr/>
        <a:lstStyle/>
        <a:p>
          <a:endParaRPr lang="en-US"/>
        </a:p>
      </dgm:t>
    </dgm:pt>
    <dgm:pt modelId="{2B6FC07C-8A9B-43D3-8CE9-8361F830AA6C}">
      <dgm:prSet custT="1"/>
      <dgm:spPr/>
      <dgm:t>
        <a:bodyPr/>
        <a:lstStyle/>
        <a:p>
          <a:pPr>
            <a:buNone/>
          </a:pPr>
          <a:r>
            <a:rPr lang="vi-VN" sz="26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smtClean="0">
              <a:latin typeface="Arial" panose="020B0604020202020204" pitchFamily="34" charset="0"/>
              <a:cs typeface="Arial" panose="020B0604020202020204" pitchFamily="34" charset="0"/>
            </a:rPr>
            <a:t>Hiện </a:t>
          </a:r>
          <a:r>
            <a:rPr lang="vi-VN" sz="2800" err="1">
              <a:latin typeface="Arial" panose="020B0604020202020204" pitchFamily="34" charset="0"/>
              <a:cs typeface="Arial" panose="020B0604020202020204" pitchFamily="34" charset="0"/>
            </a:rPr>
            <a:t>thực</a:t>
          </a:r>
          <a:r>
            <a:rPr lang="vi-VN" sz="28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vi-VN" sz="28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err="1">
              <a:latin typeface="Arial" panose="020B0604020202020204" pitchFamily="34" charset="0"/>
              <a:cs typeface="Arial" panose="020B0604020202020204" pitchFamily="34" charset="0"/>
            </a:rPr>
            <a:t>hệ</a:t>
          </a:r>
          <a:r>
            <a:rPr lang="vi-VN" sz="28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err="1"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endParaRPr lang="en-US" sz="2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BB479A-7DC2-4CF6-A1E3-6AE0BA14D12F}" type="sibTrans" cxnId="{B40EF6D4-4A77-439B-B81B-8D5212470A96}">
      <dgm:prSet/>
      <dgm:spPr/>
      <dgm:t>
        <a:bodyPr/>
        <a:lstStyle/>
        <a:p>
          <a:endParaRPr lang="en-US"/>
        </a:p>
      </dgm:t>
    </dgm:pt>
    <dgm:pt modelId="{AE9CDDC1-EBBC-4DC5-953C-CDC379E897EB}" type="parTrans" cxnId="{B40EF6D4-4A77-439B-B81B-8D5212470A96}">
      <dgm:prSet/>
      <dgm:spPr/>
      <dgm:t>
        <a:bodyPr/>
        <a:lstStyle/>
        <a:p>
          <a:endParaRPr lang="en-US"/>
        </a:p>
      </dgm:t>
    </dgm:pt>
    <dgm:pt modelId="{8381BC58-079F-4D7E-89B5-4AF438BAAA12}">
      <dgm:prSet custT="1"/>
      <dgm:spPr/>
      <dgm:t>
        <a:bodyPr/>
        <a:lstStyle/>
        <a:p>
          <a:pPr>
            <a:buNone/>
          </a:pPr>
          <a:r>
            <a:rPr lang="vi-VN" sz="29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800" smtClean="0">
              <a:latin typeface="Arial" panose="020B0604020202020204" pitchFamily="34" charset="0"/>
              <a:cs typeface="Arial" panose="020B0604020202020204" pitchFamily="34" charset="0"/>
            </a:rPr>
            <a:t>Cơ sở lý thuyết</a:t>
          </a:r>
          <a:endParaRPr lang="en-US" sz="2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F9141A-42B7-4F7F-8A20-FF86E53C3C4D}" type="sibTrans" cxnId="{62F509E4-842A-4CE3-A61A-0C945AAD3A31}">
      <dgm:prSet/>
      <dgm:spPr/>
      <dgm:t>
        <a:bodyPr/>
        <a:lstStyle/>
        <a:p>
          <a:endParaRPr lang="en-US"/>
        </a:p>
      </dgm:t>
    </dgm:pt>
    <dgm:pt modelId="{4BA17886-CE5E-4DB9-8403-65A6EB088EF8}" type="parTrans" cxnId="{62F509E4-842A-4CE3-A61A-0C945AAD3A31}">
      <dgm:prSet/>
      <dgm:spPr/>
      <dgm:t>
        <a:bodyPr/>
        <a:lstStyle/>
        <a:p>
          <a:endParaRPr lang="en-US"/>
        </a:p>
      </dgm:t>
    </dgm:pt>
    <dgm:pt modelId="{87662E60-E101-40E8-9E2C-4415B1E72AF9}">
      <dgm:prSet custT="1"/>
      <dgm:spPr/>
      <dgm:t>
        <a:bodyPr/>
        <a:lstStyle/>
        <a:p>
          <a:pPr>
            <a:buFontTx/>
            <a:buNone/>
          </a:pPr>
          <a:r>
            <a:rPr lang="vi-VN" sz="29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800" smtClean="0">
              <a:latin typeface="Arial" panose="020B0604020202020204" pitchFamily="34" charset="0"/>
              <a:cs typeface="Arial" panose="020B0604020202020204" pitchFamily="34" charset="0"/>
            </a:rPr>
            <a:t>Tổng quan nghiên cứu</a:t>
          </a:r>
          <a:endParaRPr lang="en-US" sz="2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4862C7C-BD0A-473C-9100-3525660D0005}" type="sibTrans" cxnId="{9058C539-B3C1-484A-A12E-43015FE34634}">
      <dgm:prSet/>
      <dgm:spPr/>
      <dgm:t>
        <a:bodyPr/>
        <a:lstStyle/>
        <a:p>
          <a:endParaRPr lang="en-US"/>
        </a:p>
      </dgm:t>
    </dgm:pt>
    <dgm:pt modelId="{86C1997D-59ED-4745-A447-9164C8FE9CEA}" type="parTrans" cxnId="{9058C539-B3C1-484A-A12E-43015FE34634}">
      <dgm:prSet/>
      <dgm:spPr/>
      <dgm:t>
        <a:bodyPr/>
        <a:lstStyle/>
        <a:p>
          <a:endParaRPr lang="en-US"/>
        </a:p>
      </dgm:t>
    </dgm:pt>
    <dgm:pt modelId="{B0849624-1846-4845-B4BE-FF4C57855E73}" type="pres">
      <dgm:prSet presAssocID="{2AFF04F2-0F54-458F-A09F-717442087AF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E222D93-ADF5-45EE-ACC4-EE04B3AA062B}" type="pres">
      <dgm:prSet presAssocID="{719CD49C-832D-4A88-ABA1-1D38AB3EF107}" presName="linNode" presStyleCnt="0"/>
      <dgm:spPr/>
    </dgm:pt>
    <dgm:pt modelId="{878CFC51-EF2C-4ABC-AC3F-C0001287C09A}" type="pres">
      <dgm:prSet presAssocID="{719CD49C-832D-4A88-ABA1-1D38AB3EF107}" presName="parentText" presStyleLbl="node1" presStyleIdx="0" presStyleCnt="5" custScaleX="29956" custScaleY="8575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CAA7FF-E2EF-4A5C-8A6C-39967C3D42F6}" type="pres">
      <dgm:prSet presAssocID="{719CD49C-832D-4A88-ABA1-1D38AB3EF107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D544D3-5272-4483-AB3F-E30ADA27069E}" type="pres">
      <dgm:prSet presAssocID="{550EE4D9-4807-4B55-85C8-118E8FFC80DA}" presName="sp" presStyleCnt="0"/>
      <dgm:spPr/>
    </dgm:pt>
    <dgm:pt modelId="{92E62A58-2F89-4651-AC52-C45997725530}" type="pres">
      <dgm:prSet presAssocID="{4045548D-B74C-4D20-9E6E-5CE13F960C3C}" presName="linNode" presStyleCnt="0"/>
      <dgm:spPr/>
    </dgm:pt>
    <dgm:pt modelId="{B6D58A57-108C-432F-BCBE-ADAAC4812B42}" type="pres">
      <dgm:prSet presAssocID="{4045548D-B74C-4D20-9E6E-5CE13F960C3C}" presName="parentText" presStyleLbl="node1" presStyleIdx="1" presStyleCnt="5" custScaleX="29956" custScaleY="8151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4AA11A-6849-414D-9A9E-F324DA443212}" type="pres">
      <dgm:prSet presAssocID="{4045548D-B74C-4D20-9E6E-5CE13F960C3C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A66768-237C-4AAC-92EE-9B66DA676EFD}" type="pres">
      <dgm:prSet presAssocID="{E1B48218-C283-44ED-8D81-8B8EDBAF52EA}" presName="sp" presStyleCnt="0"/>
      <dgm:spPr/>
    </dgm:pt>
    <dgm:pt modelId="{0AC40E01-374A-4092-9EA1-247E8E02CF9B}" type="pres">
      <dgm:prSet presAssocID="{2FC8058E-18AC-4EAA-ADCE-440E0E54C6A9}" presName="linNode" presStyleCnt="0"/>
      <dgm:spPr/>
    </dgm:pt>
    <dgm:pt modelId="{4B3C770F-D2AE-43FE-9C67-6916341107AB}" type="pres">
      <dgm:prSet presAssocID="{2FC8058E-18AC-4EAA-ADCE-440E0E54C6A9}" presName="parentText" presStyleLbl="node1" presStyleIdx="2" presStyleCnt="5" custScaleX="29956" custScaleY="8006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2D94FF-AAA8-40C9-B822-9FB873BB820F}" type="pres">
      <dgm:prSet presAssocID="{2FC8058E-18AC-4EAA-ADCE-440E0E54C6A9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06AE7B-1A1E-4D87-B80B-7B43A4A56D11}" type="pres">
      <dgm:prSet presAssocID="{B1775394-8C62-4300-B481-2490E811A2A4}" presName="sp" presStyleCnt="0"/>
      <dgm:spPr/>
    </dgm:pt>
    <dgm:pt modelId="{5B6904A1-2607-44FE-A959-7028B2F45135}" type="pres">
      <dgm:prSet presAssocID="{3E409D1D-8751-416B-BD0B-27DC59F8D0D6}" presName="linNode" presStyleCnt="0"/>
      <dgm:spPr/>
    </dgm:pt>
    <dgm:pt modelId="{D3C3D0CC-92EA-46A0-84EB-37F73817F3B9}" type="pres">
      <dgm:prSet presAssocID="{3E409D1D-8751-416B-BD0B-27DC59F8D0D6}" presName="parentText" presStyleLbl="node1" presStyleIdx="3" presStyleCnt="5" custScaleX="29936" custScaleY="7908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7F480A-8C33-40F9-9F77-C7CC13E17C89}" type="pres">
      <dgm:prSet presAssocID="{3E409D1D-8751-416B-BD0B-27DC59F8D0D6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ADBE53-5C79-4BB9-960B-E9EFBDA46708}" type="pres">
      <dgm:prSet presAssocID="{1C2EE675-1E0A-408C-9BE8-BF1ABE6639CF}" presName="sp" presStyleCnt="0"/>
      <dgm:spPr/>
    </dgm:pt>
    <dgm:pt modelId="{6B494C73-C901-468D-97D2-7760AFF0A218}" type="pres">
      <dgm:prSet presAssocID="{29155360-F2F2-4935-9D07-2706AE1CD4A4}" presName="linNode" presStyleCnt="0"/>
      <dgm:spPr/>
    </dgm:pt>
    <dgm:pt modelId="{94F87D9D-C374-480F-A9D5-6BAE9E1D24D7}" type="pres">
      <dgm:prSet presAssocID="{29155360-F2F2-4935-9D07-2706AE1CD4A4}" presName="parentText" presStyleLbl="node1" presStyleIdx="4" presStyleCnt="5" custScaleX="29370" custScaleY="87066" custLinFactNeighborX="214" custLinFactNeighborY="-826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C6C39A-A127-4485-81F4-BF2F323C2A77}" type="pres">
      <dgm:prSet presAssocID="{29155360-F2F2-4935-9D07-2706AE1CD4A4}" presName="descendantText" presStyleLbl="alignAccFollowNode1" presStyleIdx="4" presStyleCnt="5" custScaleY="1226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A21A43D-D68E-4BB6-97EE-481FCB0B312A}" type="presOf" srcId="{3E409D1D-8751-416B-BD0B-27DC59F8D0D6}" destId="{D3C3D0CC-92EA-46A0-84EB-37F73817F3B9}" srcOrd="0" destOrd="0" presId="urn:microsoft.com/office/officeart/2005/8/layout/vList5"/>
    <dgm:cxn modelId="{72A081C0-672B-4219-824D-E89411567502}" srcId="{2AFF04F2-0F54-458F-A09F-717442087AFB}" destId="{2FC8058E-18AC-4EAA-ADCE-440E0E54C6A9}" srcOrd="2" destOrd="0" parTransId="{F0FE477D-ACFA-44F0-8865-1F22FF6BDF4A}" sibTransId="{B1775394-8C62-4300-B481-2490E811A2A4}"/>
    <dgm:cxn modelId="{CDF7C060-D5B1-41D1-9260-6725DD942A73}" type="presOf" srcId="{87662E60-E101-40E8-9E2C-4415B1E72AF9}" destId="{67CAA7FF-E2EF-4A5C-8A6C-39967C3D42F6}" srcOrd="0" destOrd="0" presId="urn:microsoft.com/office/officeart/2005/8/layout/vList5"/>
    <dgm:cxn modelId="{6BA84271-5B73-4D72-8159-E22FBD07F906}" srcId="{2AFF04F2-0F54-458F-A09F-717442087AFB}" destId="{3E409D1D-8751-416B-BD0B-27DC59F8D0D6}" srcOrd="3" destOrd="0" parTransId="{1C64FDC9-B0AC-41E8-AF5A-F2BDB50B42E1}" sibTransId="{1C2EE675-1E0A-408C-9BE8-BF1ABE6639CF}"/>
    <dgm:cxn modelId="{B40EF6D4-4A77-439B-B81B-8D5212470A96}" srcId="{2FC8058E-18AC-4EAA-ADCE-440E0E54C6A9}" destId="{2B6FC07C-8A9B-43D3-8CE9-8361F830AA6C}" srcOrd="0" destOrd="0" parTransId="{AE9CDDC1-EBBC-4DC5-953C-CDC379E897EB}" sibTransId="{8DBB479A-7DC2-4CF6-A1E3-6AE0BA14D12F}"/>
    <dgm:cxn modelId="{EC83A0EB-8303-40F9-A57E-5D53909A62D9}" srcId="{2AFF04F2-0F54-458F-A09F-717442087AFB}" destId="{4045548D-B74C-4D20-9E6E-5CE13F960C3C}" srcOrd="1" destOrd="0" parTransId="{761A8103-26C6-4A94-A687-A29C73CE8984}" sibTransId="{E1B48218-C283-44ED-8D81-8B8EDBAF52EA}"/>
    <dgm:cxn modelId="{8342BEBD-ED52-456E-BA6F-FA5CDDA88032}" type="presOf" srcId="{29155360-F2F2-4935-9D07-2706AE1CD4A4}" destId="{94F87D9D-C374-480F-A9D5-6BAE9E1D24D7}" srcOrd="0" destOrd="0" presId="urn:microsoft.com/office/officeart/2005/8/layout/vList5"/>
    <dgm:cxn modelId="{79F4C665-F77D-4856-AF70-0EC3AFCFE5B0}" type="presOf" srcId="{D0E31410-CDCC-4C5F-8429-0623977C4DF2}" destId="{317F480A-8C33-40F9-9F77-C7CC13E17C89}" srcOrd="0" destOrd="0" presId="urn:microsoft.com/office/officeart/2005/8/layout/vList5"/>
    <dgm:cxn modelId="{74303B09-6245-4E83-8C6E-A7B5D82811AC}" srcId="{2AFF04F2-0F54-458F-A09F-717442087AFB}" destId="{29155360-F2F2-4935-9D07-2706AE1CD4A4}" srcOrd="4" destOrd="0" parTransId="{DF2D1444-F522-4FAF-90AF-A09268F2F7F5}" sibTransId="{48F59182-2E42-4A72-9306-517D27D82289}"/>
    <dgm:cxn modelId="{BEE70391-D7AE-4C10-A78F-8B3D8A70A6A6}" type="presOf" srcId="{719CD49C-832D-4A88-ABA1-1D38AB3EF107}" destId="{878CFC51-EF2C-4ABC-AC3F-C0001287C09A}" srcOrd="0" destOrd="0" presId="urn:microsoft.com/office/officeart/2005/8/layout/vList5"/>
    <dgm:cxn modelId="{62F509E4-842A-4CE3-A61A-0C945AAD3A31}" srcId="{4045548D-B74C-4D20-9E6E-5CE13F960C3C}" destId="{8381BC58-079F-4D7E-89B5-4AF438BAAA12}" srcOrd="0" destOrd="0" parTransId="{4BA17886-CE5E-4DB9-8403-65A6EB088EF8}" sibTransId="{F3F9141A-42B7-4F7F-8A20-FF86E53C3C4D}"/>
    <dgm:cxn modelId="{9058C539-B3C1-484A-A12E-43015FE34634}" srcId="{719CD49C-832D-4A88-ABA1-1D38AB3EF107}" destId="{87662E60-E101-40E8-9E2C-4415B1E72AF9}" srcOrd="0" destOrd="0" parTransId="{86C1997D-59ED-4745-A447-9164C8FE9CEA}" sibTransId="{F4862C7C-BD0A-473C-9100-3525660D0005}"/>
    <dgm:cxn modelId="{15861F13-61BD-410D-9484-A97E4B0CCA4A}" type="presOf" srcId="{2B6FC07C-8A9B-43D3-8CE9-8361F830AA6C}" destId="{D22D94FF-AAA8-40C9-B822-9FB873BB820F}" srcOrd="0" destOrd="0" presId="urn:microsoft.com/office/officeart/2005/8/layout/vList5"/>
    <dgm:cxn modelId="{56338FC0-5DF8-4179-B5D8-B78E024BFFE3}" srcId="{3E409D1D-8751-416B-BD0B-27DC59F8D0D6}" destId="{D0E31410-CDCC-4C5F-8429-0623977C4DF2}" srcOrd="0" destOrd="0" parTransId="{8F462461-9CD6-4E8D-8641-F5C2AA4DC99C}" sibTransId="{A703F22C-559C-49E1-AA6A-556805CFFFA5}"/>
    <dgm:cxn modelId="{F1254762-4F38-48CE-9EDF-B0E64AA50E30}" type="presOf" srcId="{75477F15-EFC3-4842-A04A-939EC8B0F09F}" destId="{DEC6C39A-A127-4485-81F4-BF2F323C2A77}" srcOrd="0" destOrd="0" presId="urn:microsoft.com/office/officeart/2005/8/layout/vList5"/>
    <dgm:cxn modelId="{1A1BEF5B-B859-4963-8733-73C1FAFB4F82}" srcId="{29155360-F2F2-4935-9D07-2706AE1CD4A4}" destId="{75477F15-EFC3-4842-A04A-939EC8B0F09F}" srcOrd="0" destOrd="0" parTransId="{5709DEE1-ED09-4BEA-9097-E7EB51960662}" sibTransId="{2CDB4CF7-1084-41FB-86EF-35A07AF38F04}"/>
    <dgm:cxn modelId="{076450C1-76CB-4C84-BA3F-3168A861936B}" type="presOf" srcId="{8381BC58-079F-4D7E-89B5-4AF438BAAA12}" destId="{554AA11A-6849-414D-9A9E-F324DA443212}" srcOrd="0" destOrd="0" presId="urn:microsoft.com/office/officeart/2005/8/layout/vList5"/>
    <dgm:cxn modelId="{37474FDE-D809-418D-8CBE-526AE09A4411}" type="presOf" srcId="{4045548D-B74C-4D20-9E6E-5CE13F960C3C}" destId="{B6D58A57-108C-432F-BCBE-ADAAC4812B42}" srcOrd="0" destOrd="0" presId="urn:microsoft.com/office/officeart/2005/8/layout/vList5"/>
    <dgm:cxn modelId="{EE65A9F1-2806-466C-80B7-6868D6A4B3C8}" type="presOf" srcId="{2FC8058E-18AC-4EAA-ADCE-440E0E54C6A9}" destId="{4B3C770F-D2AE-43FE-9C67-6916341107AB}" srcOrd="0" destOrd="0" presId="urn:microsoft.com/office/officeart/2005/8/layout/vList5"/>
    <dgm:cxn modelId="{D0037E32-6344-45D8-AA53-5D7190305958}" srcId="{2AFF04F2-0F54-458F-A09F-717442087AFB}" destId="{719CD49C-832D-4A88-ABA1-1D38AB3EF107}" srcOrd="0" destOrd="0" parTransId="{E060A252-7375-4CF7-88A5-448F4598D809}" sibTransId="{550EE4D9-4807-4B55-85C8-118E8FFC80DA}"/>
    <dgm:cxn modelId="{A2249E85-C975-4931-AF71-3317DA96777B}" type="presOf" srcId="{2AFF04F2-0F54-458F-A09F-717442087AFB}" destId="{B0849624-1846-4845-B4BE-FF4C57855E73}" srcOrd="0" destOrd="0" presId="urn:microsoft.com/office/officeart/2005/8/layout/vList5"/>
    <dgm:cxn modelId="{1CC2B1DD-C87C-44E6-A22E-86144636F26A}" type="presParOf" srcId="{B0849624-1846-4845-B4BE-FF4C57855E73}" destId="{8E222D93-ADF5-45EE-ACC4-EE04B3AA062B}" srcOrd="0" destOrd="0" presId="urn:microsoft.com/office/officeart/2005/8/layout/vList5"/>
    <dgm:cxn modelId="{7B6F89D0-D589-45DF-9B8C-EA6E2ED47B97}" type="presParOf" srcId="{8E222D93-ADF5-45EE-ACC4-EE04B3AA062B}" destId="{878CFC51-EF2C-4ABC-AC3F-C0001287C09A}" srcOrd="0" destOrd="0" presId="urn:microsoft.com/office/officeart/2005/8/layout/vList5"/>
    <dgm:cxn modelId="{ACDF55F1-DAA1-435A-944D-14805AD7B7AA}" type="presParOf" srcId="{8E222D93-ADF5-45EE-ACC4-EE04B3AA062B}" destId="{67CAA7FF-E2EF-4A5C-8A6C-39967C3D42F6}" srcOrd="1" destOrd="0" presId="urn:microsoft.com/office/officeart/2005/8/layout/vList5"/>
    <dgm:cxn modelId="{E603533C-60E8-4414-8312-B2DD44039F48}" type="presParOf" srcId="{B0849624-1846-4845-B4BE-FF4C57855E73}" destId="{ACD544D3-5272-4483-AB3F-E30ADA27069E}" srcOrd="1" destOrd="0" presId="urn:microsoft.com/office/officeart/2005/8/layout/vList5"/>
    <dgm:cxn modelId="{426D0F3E-7FF1-4757-90CE-950518D116F4}" type="presParOf" srcId="{B0849624-1846-4845-B4BE-FF4C57855E73}" destId="{92E62A58-2F89-4651-AC52-C45997725530}" srcOrd="2" destOrd="0" presId="urn:microsoft.com/office/officeart/2005/8/layout/vList5"/>
    <dgm:cxn modelId="{E370550A-B582-4EA1-91CB-2A78B4201483}" type="presParOf" srcId="{92E62A58-2F89-4651-AC52-C45997725530}" destId="{B6D58A57-108C-432F-BCBE-ADAAC4812B42}" srcOrd="0" destOrd="0" presId="urn:microsoft.com/office/officeart/2005/8/layout/vList5"/>
    <dgm:cxn modelId="{966B2113-6533-46E5-9C52-7630EC15B4A4}" type="presParOf" srcId="{92E62A58-2F89-4651-AC52-C45997725530}" destId="{554AA11A-6849-414D-9A9E-F324DA443212}" srcOrd="1" destOrd="0" presId="urn:microsoft.com/office/officeart/2005/8/layout/vList5"/>
    <dgm:cxn modelId="{5AE66638-E45E-4BD0-88A2-2CD883AF6EC6}" type="presParOf" srcId="{B0849624-1846-4845-B4BE-FF4C57855E73}" destId="{8DA66768-237C-4AAC-92EE-9B66DA676EFD}" srcOrd="3" destOrd="0" presId="urn:microsoft.com/office/officeart/2005/8/layout/vList5"/>
    <dgm:cxn modelId="{7D6E2415-E138-4254-8652-10C991B958C9}" type="presParOf" srcId="{B0849624-1846-4845-B4BE-FF4C57855E73}" destId="{0AC40E01-374A-4092-9EA1-247E8E02CF9B}" srcOrd="4" destOrd="0" presId="urn:microsoft.com/office/officeart/2005/8/layout/vList5"/>
    <dgm:cxn modelId="{196FB5E4-8A2C-4BD0-8642-FF78F6455198}" type="presParOf" srcId="{0AC40E01-374A-4092-9EA1-247E8E02CF9B}" destId="{4B3C770F-D2AE-43FE-9C67-6916341107AB}" srcOrd="0" destOrd="0" presId="urn:microsoft.com/office/officeart/2005/8/layout/vList5"/>
    <dgm:cxn modelId="{68C67E80-1DE7-4213-806F-E7C6FBBB8738}" type="presParOf" srcId="{0AC40E01-374A-4092-9EA1-247E8E02CF9B}" destId="{D22D94FF-AAA8-40C9-B822-9FB873BB820F}" srcOrd="1" destOrd="0" presId="urn:microsoft.com/office/officeart/2005/8/layout/vList5"/>
    <dgm:cxn modelId="{D578496C-C0C1-4E4E-9C8D-9AD86CD4995F}" type="presParOf" srcId="{B0849624-1846-4845-B4BE-FF4C57855E73}" destId="{0606AE7B-1A1E-4D87-B80B-7B43A4A56D11}" srcOrd="5" destOrd="0" presId="urn:microsoft.com/office/officeart/2005/8/layout/vList5"/>
    <dgm:cxn modelId="{56642488-C212-496F-A1C8-750C122DA9F9}" type="presParOf" srcId="{B0849624-1846-4845-B4BE-FF4C57855E73}" destId="{5B6904A1-2607-44FE-A959-7028B2F45135}" srcOrd="6" destOrd="0" presId="urn:microsoft.com/office/officeart/2005/8/layout/vList5"/>
    <dgm:cxn modelId="{A2B770D8-2C2E-4FE7-851D-C5D4234286DB}" type="presParOf" srcId="{5B6904A1-2607-44FE-A959-7028B2F45135}" destId="{D3C3D0CC-92EA-46A0-84EB-37F73817F3B9}" srcOrd="0" destOrd="0" presId="urn:microsoft.com/office/officeart/2005/8/layout/vList5"/>
    <dgm:cxn modelId="{1F70F5F7-B9DD-4885-94E6-497AE0D13841}" type="presParOf" srcId="{5B6904A1-2607-44FE-A959-7028B2F45135}" destId="{317F480A-8C33-40F9-9F77-C7CC13E17C89}" srcOrd="1" destOrd="0" presId="urn:microsoft.com/office/officeart/2005/8/layout/vList5"/>
    <dgm:cxn modelId="{BAE974D1-56D1-46B4-8DCF-F8736C5D0502}" type="presParOf" srcId="{B0849624-1846-4845-B4BE-FF4C57855E73}" destId="{BFADBE53-5C79-4BB9-960B-E9EFBDA46708}" srcOrd="7" destOrd="0" presId="urn:microsoft.com/office/officeart/2005/8/layout/vList5"/>
    <dgm:cxn modelId="{17801A21-64C1-463C-9C69-18D13780BF79}" type="presParOf" srcId="{B0849624-1846-4845-B4BE-FF4C57855E73}" destId="{6B494C73-C901-468D-97D2-7760AFF0A218}" srcOrd="8" destOrd="0" presId="urn:microsoft.com/office/officeart/2005/8/layout/vList5"/>
    <dgm:cxn modelId="{9B360CC8-D1E2-4099-BDD4-5830856D13EA}" type="presParOf" srcId="{6B494C73-C901-468D-97D2-7760AFF0A218}" destId="{94F87D9D-C374-480F-A9D5-6BAE9E1D24D7}" srcOrd="0" destOrd="0" presId="urn:microsoft.com/office/officeart/2005/8/layout/vList5"/>
    <dgm:cxn modelId="{CF775A4B-0C65-4F5F-A4DD-C8D6F923A000}" type="presParOf" srcId="{6B494C73-C901-468D-97D2-7760AFF0A218}" destId="{DEC6C39A-A127-4485-81F4-BF2F323C2A7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7D8256-1659-432A-9D0B-7F4F9320D9EB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952668C-975F-470E-85AE-4A2C08912C7D}">
      <dgm:prSet custT="1"/>
      <dgm:spPr/>
      <dgm:t>
        <a:bodyPr/>
        <a:lstStyle/>
        <a:p>
          <a:pPr algn="l"/>
          <a:r>
            <a:rPr lang="en-US" sz="2400" b="1" smtClean="0"/>
            <a:t>Thực trạng hiện tại</a:t>
          </a:r>
          <a:endParaRPr lang="en-US" sz="2400">
            <a:solidFill>
              <a:srgbClr val="FFFF00"/>
            </a:solidFill>
          </a:endParaRPr>
        </a:p>
      </dgm:t>
    </dgm:pt>
    <dgm:pt modelId="{30B5313B-3348-4EC4-80AC-05838E0DB9D9}" type="parTrans" cxnId="{D8D81CBC-ACB1-4C68-9CD6-1E5807C36886}">
      <dgm:prSet/>
      <dgm:spPr/>
      <dgm:t>
        <a:bodyPr/>
        <a:lstStyle/>
        <a:p>
          <a:pPr algn="l"/>
          <a:endParaRPr lang="en-US" sz="2000"/>
        </a:p>
      </dgm:t>
    </dgm:pt>
    <dgm:pt modelId="{5B4A5D51-046A-4696-96E4-08F5338ECAA4}" type="sibTrans" cxnId="{D8D81CBC-ACB1-4C68-9CD6-1E5807C36886}">
      <dgm:prSet/>
      <dgm:spPr/>
      <dgm:t>
        <a:bodyPr/>
        <a:lstStyle/>
        <a:p>
          <a:pPr algn="l"/>
          <a:endParaRPr lang="en-US" sz="2000"/>
        </a:p>
      </dgm:t>
    </dgm:pt>
    <dgm:pt modelId="{D62D50D1-EE9F-4322-8446-72807BDDC2A3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2400" b="0" smtClean="0">
              <a:latin typeface="Arial" panose="020B0604020202020204" pitchFamily="34" charset="0"/>
              <a:cs typeface="Arial" panose="020B0604020202020204" pitchFamily="34" charset="0"/>
            </a:rPr>
            <a:t>Giáo trình và tài liệu học thuật ngày càng nhiều,     chủ yếu bằng tiếng Anh. Giảng viên mất nhiều       thời gian để xây dựng học liệu.</a:t>
          </a:r>
          <a:endParaRPr lang="en-US" sz="24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82F050-B62D-421F-980D-80EB6269DD22}" type="parTrans" cxnId="{19FA11D4-1A15-4D93-8DFA-0E8B324E7500}">
      <dgm:prSet/>
      <dgm:spPr/>
      <dgm:t>
        <a:bodyPr/>
        <a:lstStyle/>
        <a:p>
          <a:pPr algn="l"/>
          <a:endParaRPr lang="en-US" sz="2000"/>
        </a:p>
      </dgm:t>
    </dgm:pt>
    <dgm:pt modelId="{BAB88D84-78F0-4E67-853A-20CF6B292CD9}" type="sibTrans" cxnId="{19FA11D4-1A15-4D93-8DFA-0E8B324E7500}">
      <dgm:prSet/>
      <dgm:spPr/>
      <dgm:t>
        <a:bodyPr/>
        <a:lstStyle/>
        <a:p>
          <a:pPr algn="l"/>
          <a:endParaRPr lang="en-US" sz="2000"/>
        </a:p>
      </dgm:t>
    </dgm:pt>
    <dgm:pt modelId="{559DBAB0-165C-4519-BCBF-74841D553990}">
      <dgm:prSet custT="1"/>
      <dgm:spPr/>
      <dgm:t>
        <a:bodyPr/>
        <a:lstStyle/>
        <a:p>
          <a:pPr algn="l"/>
          <a:r>
            <a:rPr lang="en-US" sz="2400" b="1" err="1"/>
            <a:t>Vấn</a:t>
          </a:r>
          <a:r>
            <a:rPr lang="en-US" sz="2400" b="1"/>
            <a:t> </a:t>
          </a:r>
          <a:r>
            <a:rPr lang="en-US" sz="2400" b="1" err="1"/>
            <a:t>đề</a:t>
          </a:r>
          <a:endParaRPr lang="en-US" sz="2400"/>
        </a:p>
      </dgm:t>
    </dgm:pt>
    <dgm:pt modelId="{05CAB70D-014A-4D45-AFBE-1A8B49DCC621}" type="parTrans" cxnId="{4C2010E5-A35D-4F5F-9F37-9CA764983542}">
      <dgm:prSet/>
      <dgm:spPr/>
      <dgm:t>
        <a:bodyPr/>
        <a:lstStyle/>
        <a:p>
          <a:pPr algn="l"/>
          <a:endParaRPr lang="en-US" sz="2000"/>
        </a:p>
      </dgm:t>
    </dgm:pt>
    <dgm:pt modelId="{0BD09816-00A9-4E33-8C83-AE06967AA411}" type="sibTrans" cxnId="{4C2010E5-A35D-4F5F-9F37-9CA764983542}">
      <dgm:prSet/>
      <dgm:spPr/>
      <dgm:t>
        <a:bodyPr/>
        <a:lstStyle/>
        <a:p>
          <a:pPr algn="l"/>
          <a:endParaRPr lang="en-US" sz="2000"/>
        </a:p>
      </dgm:t>
    </dgm:pt>
    <dgm:pt modelId="{0FFA85E1-284E-4378-9668-B59008A155BE}">
      <dgm:prSet custT="1"/>
      <dgm:spPr/>
      <dgm:t>
        <a:bodyPr/>
        <a:lstStyle/>
        <a:p>
          <a:pPr algn="l"/>
          <a:r>
            <a:rPr lang="en-US" sz="2400" b="0" smtClean="0">
              <a:latin typeface="Arial" panose="020B0604020202020204" pitchFamily="34" charset="0"/>
              <a:cs typeface="Arial" panose="020B0604020202020204" pitchFamily="34" charset="0"/>
            </a:rPr>
            <a:t>Khó xây dựng bài giảng bám sát nội dung môn học</a:t>
          </a:r>
          <a:endParaRPr lang="vi-VN" sz="24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AA499E-9B8C-4082-A375-108A80900696}" type="parTrans" cxnId="{90F53AD0-EBCE-434A-83E5-9F37428797B3}">
      <dgm:prSet/>
      <dgm:spPr/>
      <dgm:t>
        <a:bodyPr/>
        <a:lstStyle/>
        <a:p>
          <a:pPr algn="l"/>
          <a:endParaRPr lang="en-US" sz="2000"/>
        </a:p>
      </dgm:t>
    </dgm:pt>
    <dgm:pt modelId="{9536FE3B-62EE-4DA2-8287-C32F11D40FB1}" type="sibTrans" cxnId="{90F53AD0-EBCE-434A-83E5-9F37428797B3}">
      <dgm:prSet/>
      <dgm:spPr/>
      <dgm:t>
        <a:bodyPr/>
        <a:lstStyle/>
        <a:p>
          <a:pPr algn="l"/>
          <a:endParaRPr lang="en-US" sz="2000"/>
        </a:p>
      </dgm:t>
    </dgm:pt>
    <dgm:pt modelId="{BF7CED12-C90A-447C-9046-2D274B758DD9}">
      <dgm:prSet custT="1"/>
      <dgm:spPr/>
      <dgm:t>
        <a:bodyPr/>
        <a:lstStyle/>
        <a:p>
          <a:pPr algn="l"/>
          <a:r>
            <a:rPr lang="en-US" sz="2400" b="1" err="1"/>
            <a:t>Hạn</a:t>
          </a:r>
          <a:r>
            <a:rPr lang="en-US" sz="2400" b="1"/>
            <a:t> </a:t>
          </a:r>
          <a:r>
            <a:rPr lang="en-US" sz="2400" b="1" err="1"/>
            <a:t>chế</a:t>
          </a:r>
          <a:r>
            <a:rPr lang="en-US" sz="2400" b="1"/>
            <a:t> </a:t>
          </a:r>
          <a:r>
            <a:rPr lang="en-US" sz="2400" b="1" smtClean="0"/>
            <a:t>của các công cụ AI hiện </a:t>
          </a:r>
          <a:r>
            <a:rPr lang="en-US" sz="2400" b="1"/>
            <a:t>nay</a:t>
          </a:r>
          <a:endParaRPr lang="en-US" sz="2400"/>
        </a:p>
      </dgm:t>
    </dgm:pt>
    <dgm:pt modelId="{0FCDAFA3-19ED-4A30-B04D-79EBE4BD4B70}" type="parTrans" cxnId="{E5FAE9A3-EE6A-4B3E-B2AE-52EFCA532C21}">
      <dgm:prSet/>
      <dgm:spPr/>
      <dgm:t>
        <a:bodyPr/>
        <a:lstStyle/>
        <a:p>
          <a:pPr algn="l"/>
          <a:endParaRPr lang="en-US" sz="2000"/>
        </a:p>
      </dgm:t>
    </dgm:pt>
    <dgm:pt modelId="{9AA1E46A-DC43-4E6E-A2C2-67D082A04AB6}" type="sibTrans" cxnId="{E5FAE9A3-EE6A-4B3E-B2AE-52EFCA532C21}">
      <dgm:prSet/>
      <dgm:spPr/>
      <dgm:t>
        <a:bodyPr/>
        <a:lstStyle/>
        <a:p>
          <a:pPr algn="l"/>
          <a:endParaRPr lang="en-US" sz="2000"/>
        </a:p>
      </dgm:t>
    </dgm:pt>
    <dgm:pt modelId="{D19956B0-8305-455A-9304-D883424D9AD2}">
      <dgm:prSet custT="1"/>
      <dgm:spPr/>
      <dgm:t>
        <a:bodyPr/>
        <a:lstStyle/>
        <a:p>
          <a:pPr algn="l"/>
          <a:r>
            <a:rPr lang="vi-VN" sz="2400" b="0" smtClean="0">
              <a:latin typeface="+mn-lt"/>
            </a:rPr>
            <a:t>Chưa khai thác trực tiếp nguồn tài liệu chuyên ngành của học phần.</a:t>
          </a:r>
          <a:endParaRPr lang="en-US" sz="2400" b="0">
            <a:latin typeface="+mn-lt"/>
          </a:endParaRPr>
        </a:p>
      </dgm:t>
    </dgm:pt>
    <dgm:pt modelId="{7D00C389-09E4-44FB-BFFA-B8689301FD52}" type="parTrans" cxnId="{1DBFD335-6830-4282-B4CC-B5C86C49EB54}">
      <dgm:prSet/>
      <dgm:spPr/>
      <dgm:t>
        <a:bodyPr/>
        <a:lstStyle/>
        <a:p>
          <a:pPr algn="l"/>
          <a:endParaRPr lang="en-US" sz="2000"/>
        </a:p>
      </dgm:t>
    </dgm:pt>
    <dgm:pt modelId="{EE3DE9CC-9CDF-4AD4-BC1D-DE57AF113B98}" type="sibTrans" cxnId="{1DBFD335-6830-4282-B4CC-B5C86C49EB54}">
      <dgm:prSet/>
      <dgm:spPr/>
      <dgm:t>
        <a:bodyPr/>
        <a:lstStyle/>
        <a:p>
          <a:pPr algn="l"/>
          <a:endParaRPr lang="en-US" sz="2000"/>
        </a:p>
      </dgm:t>
    </dgm:pt>
    <dgm:pt modelId="{DA4C042C-D09D-448D-B260-006A9702AD20}">
      <dgm:prSet custT="1"/>
      <dgm:spPr/>
      <dgm:t>
        <a:bodyPr/>
        <a:lstStyle/>
        <a:p>
          <a:pPr algn="l"/>
          <a:r>
            <a:rPr lang="en-US" sz="2400" b="0" smtClean="0">
              <a:latin typeface="Arial" panose="020B0604020202020204" pitchFamily="34" charset="0"/>
              <a:cs typeface="Arial" panose="020B0604020202020204" pitchFamily="34" charset="0"/>
            </a:rPr>
            <a:t>Khó xây dựng ngân hàng câu hỏi bám sát bài giảng</a:t>
          </a:r>
          <a:endParaRPr lang="vi-VN" sz="24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3754FFB-7C96-4C73-821F-9760D266B018}" type="parTrans" cxnId="{19EFF0C4-DC8B-4582-966D-DFBD65BD798E}">
      <dgm:prSet/>
      <dgm:spPr/>
      <dgm:t>
        <a:bodyPr/>
        <a:lstStyle/>
        <a:p>
          <a:endParaRPr lang="en-US"/>
        </a:p>
      </dgm:t>
    </dgm:pt>
    <dgm:pt modelId="{7BC7B24A-5BEF-494C-B867-D8FFA5E7B100}" type="sibTrans" cxnId="{19EFF0C4-DC8B-4582-966D-DFBD65BD798E}">
      <dgm:prSet/>
      <dgm:spPr/>
      <dgm:t>
        <a:bodyPr/>
        <a:lstStyle/>
        <a:p>
          <a:endParaRPr lang="en-US"/>
        </a:p>
      </dgm:t>
    </dgm:pt>
    <dgm:pt modelId="{47F9FEC6-3F0F-40C7-9AAA-67A856F09507}">
      <dgm:prSet custT="1"/>
      <dgm:spPr/>
      <dgm:t>
        <a:bodyPr/>
        <a:lstStyle/>
        <a:p>
          <a:pPr algn="l"/>
          <a:r>
            <a:rPr lang="vi-VN" sz="2400" b="0" smtClean="0">
              <a:latin typeface="+mn-lt"/>
            </a:rPr>
            <a:t>Nội dung sinh ra có thể thiếu căn cứ hoặc chưa bám sát đề cương môn học.</a:t>
          </a:r>
          <a:endParaRPr lang="en-US" sz="2400" b="0">
            <a:latin typeface="+mn-lt"/>
          </a:endParaRPr>
        </a:p>
      </dgm:t>
    </dgm:pt>
    <dgm:pt modelId="{A1E4F7C9-5BE6-43AE-97F7-ED4CD6862E8B}" type="parTrans" cxnId="{634A901C-65A1-4579-BF67-F6FE2C59754E}">
      <dgm:prSet/>
      <dgm:spPr/>
      <dgm:t>
        <a:bodyPr/>
        <a:lstStyle/>
        <a:p>
          <a:endParaRPr lang="en-US"/>
        </a:p>
      </dgm:t>
    </dgm:pt>
    <dgm:pt modelId="{F44A1F31-50AA-47C0-9A52-7E9C4CF5C7C9}" type="sibTrans" cxnId="{634A901C-65A1-4579-BF67-F6FE2C59754E}">
      <dgm:prSet/>
      <dgm:spPr/>
      <dgm:t>
        <a:bodyPr/>
        <a:lstStyle/>
        <a:p>
          <a:endParaRPr lang="en-US"/>
        </a:p>
      </dgm:t>
    </dgm:pt>
    <dgm:pt modelId="{C61E197E-C6B0-4A8A-8A52-E1E9C62D1469}" type="pres">
      <dgm:prSet presAssocID="{687D8256-1659-432A-9D0B-7F4F9320D9E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B994DF4-A209-41DF-AA43-B5EA53FC4799}" type="pres">
      <dgm:prSet presAssocID="{E952668C-975F-470E-85AE-4A2C08912C7D}" presName="parentLin" presStyleCnt="0"/>
      <dgm:spPr/>
      <dgm:t>
        <a:bodyPr/>
        <a:lstStyle/>
        <a:p>
          <a:endParaRPr lang="en-US"/>
        </a:p>
      </dgm:t>
    </dgm:pt>
    <dgm:pt modelId="{B3FB7B23-C287-4048-A0D5-789E41DA2DF1}" type="pres">
      <dgm:prSet presAssocID="{E952668C-975F-470E-85AE-4A2C08912C7D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D4C39096-1203-4593-8975-D39D4983E187}" type="pres">
      <dgm:prSet presAssocID="{E952668C-975F-470E-85AE-4A2C08912C7D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5C5F5F-BE3F-4791-B171-75F6AFBB0C76}" type="pres">
      <dgm:prSet presAssocID="{E952668C-975F-470E-85AE-4A2C08912C7D}" presName="negativeSpace" presStyleCnt="0"/>
      <dgm:spPr/>
      <dgm:t>
        <a:bodyPr/>
        <a:lstStyle/>
        <a:p>
          <a:endParaRPr lang="en-US"/>
        </a:p>
      </dgm:t>
    </dgm:pt>
    <dgm:pt modelId="{5210A33C-85E6-41F4-98E8-82BF08AFBDFF}" type="pres">
      <dgm:prSet presAssocID="{E952668C-975F-470E-85AE-4A2C08912C7D}" presName="childText" presStyleLbl="con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FBBC1D-09F5-4C15-9F81-BF79EED3E4CE}" type="pres">
      <dgm:prSet presAssocID="{5B4A5D51-046A-4696-96E4-08F5338ECAA4}" presName="spaceBetweenRectangles" presStyleCnt="0"/>
      <dgm:spPr/>
      <dgm:t>
        <a:bodyPr/>
        <a:lstStyle/>
        <a:p>
          <a:endParaRPr lang="en-US"/>
        </a:p>
      </dgm:t>
    </dgm:pt>
    <dgm:pt modelId="{95F8C24F-4869-4A98-A3B5-F93D38F80EF7}" type="pres">
      <dgm:prSet presAssocID="{559DBAB0-165C-4519-BCBF-74841D553990}" presName="parentLin" presStyleCnt="0"/>
      <dgm:spPr/>
      <dgm:t>
        <a:bodyPr/>
        <a:lstStyle/>
        <a:p>
          <a:endParaRPr lang="en-US"/>
        </a:p>
      </dgm:t>
    </dgm:pt>
    <dgm:pt modelId="{ED137E0A-5B6A-4FE9-96F2-3C7D6856490F}" type="pres">
      <dgm:prSet presAssocID="{559DBAB0-165C-4519-BCBF-74841D553990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26359B7A-529D-4539-BC5D-8086974DBA2D}" type="pres">
      <dgm:prSet presAssocID="{559DBAB0-165C-4519-BCBF-74841D553990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C560CB-62C5-417B-A955-4F93D3155D70}" type="pres">
      <dgm:prSet presAssocID="{559DBAB0-165C-4519-BCBF-74841D553990}" presName="negativeSpace" presStyleCnt="0"/>
      <dgm:spPr/>
      <dgm:t>
        <a:bodyPr/>
        <a:lstStyle/>
        <a:p>
          <a:endParaRPr lang="en-US"/>
        </a:p>
      </dgm:t>
    </dgm:pt>
    <dgm:pt modelId="{6B25478B-BC27-4651-B3DD-138A15D4A396}" type="pres">
      <dgm:prSet presAssocID="{559DBAB0-165C-4519-BCBF-74841D553990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E55A3B-55AF-41EB-A1DA-E711EC95FBD3}" type="pres">
      <dgm:prSet presAssocID="{0BD09816-00A9-4E33-8C83-AE06967AA411}" presName="spaceBetweenRectangles" presStyleCnt="0"/>
      <dgm:spPr/>
      <dgm:t>
        <a:bodyPr/>
        <a:lstStyle/>
        <a:p>
          <a:endParaRPr lang="en-US"/>
        </a:p>
      </dgm:t>
    </dgm:pt>
    <dgm:pt modelId="{5E785877-3167-4220-9A27-10F82530A9F8}" type="pres">
      <dgm:prSet presAssocID="{BF7CED12-C90A-447C-9046-2D274B758DD9}" presName="parentLin" presStyleCnt="0"/>
      <dgm:spPr/>
      <dgm:t>
        <a:bodyPr/>
        <a:lstStyle/>
        <a:p>
          <a:endParaRPr lang="en-US"/>
        </a:p>
      </dgm:t>
    </dgm:pt>
    <dgm:pt modelId="{12A88C2A-B031-415B-B74B-CACA60B3BDD8}" type="pres">
      <dgm:prSet presAssocID="{BF7CED12-C90A-447C-9046-2D274B758DD9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DDB6D463-0A69-4CF1-97E3-9D3AD67141AE}" type="pres">
      <dgm:prSet presAssocID="{BF7CED12-C90A-447C-9046-2D274B758DD9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231647-0882-4BB2-ABF3-E2624EF5CD72}" type="pres">
      <dgm:prSet presAssocID="{BF7CED12-C90A-447C-9046-2D274B758DD9}" presName="negativeSpace" presStyleCnt="0"/>
      <dgm:spPr/>
      <dgm:t>
        <a:bodyPr/>
        <a:lstStyle/>
        <a:p>
          <a:endParaRPr lang="en-US"/>
        </a:p>
      </dgm:t>
    </dgm:pt>
    <dgm:pt modelId="{CC325DDC-40F2-460C-BA34-6EA696CACD51}" type="pres">
      <dgm:prSet presAssocID="{BF7CED12-C90A-447C-9046-2D274B758DD9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39E5BDA-40FA-4CF6-B3B0-DA9F7F7E2C31}" type="presOf" srcId="{E952668C-975F-470E-85AE-4A2C08912C7D}" destId="{D4C39096-1203-4593-8975-D39D4983E187}" srcOrd="1" destOrd="0" presId="urn:microsoft.com/office/officeart/2005/8/layout/list1"/>
    <dgm:cxn modelId="{68C520F0-C0D2-4533-90DB-29C18D95D23F}" type="presOf" srcId="{559DBAB0-165C-4519-BCBF-74841D553990}" destId="{26359B7A-529D-4539-BC5D-8086974DBA2D}" srcOrd="1" destOrd="0" presId="urn:microsoft.com/office/officeart/2005/8/layout/list1"/>
    <dgm:cxn modelId="{D7C1D98D-8516-4939-88FE-6AFAB8E39BCF}" type="presOf" srcId="{DA4C042C-D09D-448D-B260-006A9702AD20}" destId="{6B25478B-BC27-4651-B3DD-138A15D4A396}" srcOrd="0" destOrd="1" presId="urn:microsoft.com/office/officeart/2005/8/layout/list1"/>
    <dgm:cxn modelId="{90F53AD0-EBCE-434A-83E5-9F37428797B3}" srcId="{559DBAB0-165C-4519-BCBF-74841D553990}" destId="{0FFA85E1-284E-4378-9668-B59008A155BE}" srcOrd="0" destOrd="0" parTransId="{B6AA499E-9B8C-4082-A375-108A80900696}" sibTransId="{9536FE3B-62EE-4DA2-8287-C32F11D40FB1}"/>
    <dgm:cxn modelId="{AA31489A-0124-497F-98CA-501E2CF1FDD6}" type="presOf" srcId="{D19956B0-8305-455A-9304-D883424D9AD2}" destId="{CC325DDC-40F2-460C-BA34-6EA696CACD51}" srcOrd="0" destOrd="0" presId="urn:microsoft.com/office/officeart/2005/8/layout/list1"/>
    <dgm:cxn modelId="{008583FE-D592-43F6-A4C6-6A692F2A8C57}" type="presOf" srcId="{E952668C-975F-470E-85AE-4A2C08912C7D}" destId="{B3FB7B23-C287-4048-A0D5-789E41DA2DF1}" srcOrd="0" destOrd="0" presId="urn:microsoft.com/office/officeart/2005/8/layout/list1"/>
    <dgm:cxn modelId="{863BFA8E-86BD-4934-BF07-D2E415544F6E}" type="presOf" srcId="{0FFA85E1-284E-4378-9668-B59008A155BE}" destId="{6B25478B-BC27-4651-B3DD-138A15D4A396}" srcOrd="0" destOrd="0" presId="urn:microsoft.com/office/officeart/2005/8/layout/list1"/>
    <dgm:cxn modelId="{4C2010E5-A35D-4F5F-9F37-9CA764983542}" srcId="{687D8256-1659-432A-9D0B-7F4F9320D9EB}" destId="{559DBAB0-165C-4519-BCBF-74841D553990}" srcOrd="1" destOrd="0" parTransId="{05CAB70D-014A-4D45-AFBE-1A8B49DCC621}" sibTransId="{0BD09816-00A9-4E33-8C83-AE06967AA411}"/>
    <dgm:cxn modelId="{0B62D45F-A082-47D8-B36D-2B43D5CEC85F}" type="presOf" srcId="{BF7CED12-C90A-447C-9046-2D274B758DD9}" destId="{12A88C2A-B031-415B-B74B-CACA60B3BDD8}" srcOrd="0" destOrd="0" presId="urn:microsoft.com/office/officeart/2005/8/layout/list1"/>
    <dgm:cxn modelId="{878A082E-77FD-45EF-96E3-BE9012B52069}" type="presOf" srcId="{47F9FEC6-3F0F-40C7-9AAA-67A856F09507}" destId="{CC325DDC-40F2-460C-BA34-6EA696CACD51}" srcOrd="0" destOrd="1" presId="urn:microsoft.com/office/officeart/2005/8/layout/list1"/>
    <dgm:cxn modelId="{634A901C-65A1-4579-BF67-F6FE2C59754E}" srcId="{BF7CED12-C90A-447C-9046-2D274B758DD9}" destId="{47F9FEC6-3F0F-40C7-9AAA-67A856F09507}" srcOrd="1" destOrd="0" parTransId="{A1E4F7C9-5BE6-43AE-97F7-ED4CD6862E8B}" sibTransId="{F44A1F31-50AA-47C0-9A52-7E9C4CF5C7C9}"/>
    <dgm:cxn modelId="{4E7E60D0-1988-44EC-9947-FAFC81BCBCE1}" type="presOf" srcId="{559DBAB0-165C-4519-BCBF-74841D553990}" destId="{ED137E0A-5B6A-4FE9-96F2-3C7D6856490F}" srcOrd="0" destOrd="0" presId="urn:microsoft.com/office/officeart/2005/8/layout/list1"/>
    <dgm:cxn modelId="{0C9C0B79-8F3E-45CE-BABC-40C82635248F}" type="presOf" srcId="{687D8256-1659-432A-9D0B-7F4F9320D9EB}" destId="{C61E197E-C6B0-4A8A-8A52-E1E9C62D1469}" srcOrd="0" destOrd="0" presId="urn:microsoft.com/office/officeart/2005/8/layout/list1"/>
    <dgm:cxn modelId="{E5FAE9A3-EE6A-4B3E-B2AE-52EFCA532C21}" srcId="{687D8256-1659-432A-9D0B-7F4F9320D9EB}" destId="{BF7CED12-C90A-447C-9046-2D274B758DD9}" srcOrd="2" destOrd="0" parTransId="{0FCDAFA3-19ED-4A30-B04D-79EBE4BD4B70}" sibTransId="{9AA1E46A-DC43-4E6E-A2C2-67D082A04AB6}"/>
    <dgm:cxn modelId="{5FA42C86-3E1E-4EF9-843A-36C945AB622F}" type="presOf" srcId="{BF7CED12-C90A-447C-9046-2D274B758DD9}" destId="{DDB6D463-0A69-4CF1-97E3-9D3AD67141AE}" srcOrd="1" destOrd="0" presId="urn:microsoft.com/office/officeart/2005/8/layout/list1"/>
    <dgm:cxn modelId="{19FA11D4-1A15-4D93-8DFA-0E8B324E7500}" srcId="{E952668C-975F-470E-85AE-4A2C08912C7D}" destId="{D62D50D1-EE9F-4322-8446-72807BDDC2A3}" srcOrd="0" destOrd="0" parTransId="{CD82F050-B62D-421F-980D-80EB6269DD22}" sibTransId="{BAB88D84-78F0-4E67-853A-20CF6B292CD9}"/>
    <dgm:cxn modelId="{1DBFD335-6830-4282-B4CC-B5C86C49EB54}" srcId="{BF7CED12-C90A-447C-9046-2D274B758DD9}" destId="{D19956B0-8305-455A-9304-D883424D9AD2}" srcOrd="0" destOrd="0" parTransId="{7D00C389-09E4-44FB-BFFA-B8689301FD52}" sibTransId="{EE3DE9CC-9CDF-4AD4-BC1D-DE57AF113B98}"/>
    <dgm:cxn modelId="{9C605D0A-FEA3-436A-A128-87E8BBCDCB2A}" type="presOf" srcId="{D62D50D1-EE9F-4322-8446-72807BDDC2A3}" destId="{5210A33C-85E6-41F4-98E8-82BF08AFBDFF}" srcOrd="0" destOrd="0" presId="urn:microsoft.com/office/officeart/2005/8/layout/list1"/>
    <dgm:cxn modelId="{D8D81CBC-ACB1-4C68-9CD6-1E5807C36886}" srcId="{687D8256-1659-432A-9D0B-7F4F9320D9EB}" destId="{E952668C-975F-470E-85AE-4A2C08912C7D}" srcOrd="0" destOrd="0" parTransId="{30B5313B-3348-4EC4-80AC-05838E0DB9D9}" sibTransId="{5B4A5D51-046A-4696-96E4-08F5338ECAA4}"/>
    <dgm:cxn modelId="{19EFF0C4-DC8B-4582-966D-DFBD65BD798E}" srcId="{559DBAB0-165C-4519-BCBF-74841D553990}" destId="{DA4C042C-D09D-448D-B260-006A9702AD20}" srcOrd="1" destOrd="0" parTransId="{E3754FFB-7C96-4C73-821F-9760D266B018}" sibTransId="{7BC7B24A-5BEF-494C-B867-D8FFA5E7B100}"/>
    <dgm:cxn modelId="{B6351C9A-E6CE-4A9D-BBC0-FA58BC6A6D67}" type="presParOf" srcId="{C61E197E-C6B0-4A8A-8A52-E1E9C62D1469}" destId="{9B994DF4-A209-41DF-AA43-B5EA53FC4799}" srcOrd="0" destOrd="0" presId="urn:microsoft.com/office/officeart/2005/8/layout/list1"/>
    <dgm:cxn modelId="{CC19A833-D5CA-4B58-B313-8D04BCD0259F}" type="presParOf" srcId="{9B994DF4-A209-41DF-AA43-B5EA53FC4799}" destId="{B3FB7B23-C287-4048-A0D5-789E41DA2DF1}" srcOrd="0" destOrd="0" presId="urn:microsoft.com/office/officeart/2005/8/layout/list1"/>
    <dgm:cxn modelId="{00437E63-3252-4FE2-8B80-2BAB1EEFF0D5}" type="presParOf" srcId="{9B994DF4-A209-41DF-AA43-B5EA53FC4799}" destId="{D4C39096-1203-4593-8975-D39D4983E187}" srcOrd="1" destOrd="0" presId="urn:microsoft.com/office/officeart/2005/8/layout/list1"/>
    <dgm:cxn modelId="{B4D354FE-ADE6-49A6-A587-77ECD7594037}" type="presParOf" srcId="{C61E197E-C6B0-4A8A-8A52-E1E9C62D1469}" destId="{2D5C5F5F-BE3F-4791-B171-75F6AFBB0C76}" srcOrd="1" destOrd="0" presId="urn:microsoft.com/office/officeart/2005/8/layout/list1"/>
    <dgm:cxn modelId="{FA8F368E-2F2F-4311-BBE0-87A41F67C8BE}" type="presParOf" srcId="{C61E197E-C6B0-4A8A-8A52-E1E9C62D1469}" destId="{5210A33C-85E6-41F4-98E8-82BF08AFBDFF}" srcOrd="2" destOrd="0" presId="urn:microsoft.com/office/officeart/2005/8/layout/list1"/>
    <dgm:cxn modelId="{FC7241F2-EB55-43B1-AEBA-67D83DFCE196}" type="presParOf" srcId="{C61E197E-C6B0-4A8A-8A52-E1E9C62D1469}" destId="{DEFBBC1D-09F5-4C15-9F81-BF79EED3E4CE}" srcOrd="3" destOrd="0" presId="urn:microsoft.com/office/officeart/2005/8/layout/list1"/>
    <dgm:cxn modelId="{23DD6E0F-D3AD-4D00-9A13-3B19BD4B0B16}" type="presParOf" srcId="{C61E197E-C6B0-4A8A-8A52-E1E9C62D1469}" destId="{95F8C24F-4869-4A98-A3B5-F93D38F80EF7}" srcOrd="4" destOrd="0" presId="urn:microsoft.com/office/officeart/2005/8/layout/list1"/>
    <dgm:cxn modelId="{F52A7FC5-4727-4B92-81BE-DBD537B5E271}" type="presParOf" srcId="{95F8C24F-4869-4A98-A3B5-F93D38F80EF7}" destId="{ED137E0A-5B6A-4FE9-96F2-3C7D6856490F}" srcOrd="0" destOrd="0" presId="urn:microsoft.com/office/officeart/2005/8/layout/list1"/>
    <dgm:cxn modelId="{4C5B75D5-AC0C-4387-8AE8-0B90EA0878BB}" type="presParOf" srcId="{95F8C24F-4869-4A98-A3B5-F93D38F80EF7}" destId="{26359B7A-529D-4539-BC5D-8086974DBA2D}" srcOrd="1" destOrd="0" presId="urn:microsoft.com/office/officeart/2005/8/layout/list1"/>
    <dgm:cxn modelId="{AA2645FC-A52F-4CC9-B295-7F3A45787178}" type="presParOf" srcId="{C61E197E-C6B0-4A8A-8A52-E1E9C62D1469}" destId="{81C560CB-62C5-417B-A955-4F93D3155D70}" srcOrd="5" destOrd="0" presId="urn:microsoft.com/office/officeart/2005/8/layout/list1"/>
    <dgm:cxn modelId="{D3A33CED-A861-497E-A1B7-3DBB4498A627}" type="presParOf" srcId="{C61E197E-C6B0-4A8A-8A52-E1E9C62D1469}" destId="{6B25478B-BC27-4651-B3DD-138A15D4A396}" srcOrd="6" destOrd="0" presId="urn:microsoft.com/office/officeart/2005/8/layout/list1"/>
    <dgm:cxn modelId="{3739910D-D0C1-4693-BBCF-91C959C2FD12}" type="presParOf" srcId="{C61E197E-C6B0-4A8A-8A52-E1E9C62D1469}" destId="{2DE55A3B-55AF-41EB-A1DA-E711EC95FBD3}" srcOrd="7" destOrd="0" presId="urn:microsoft.com/office/officeart/2005/8/layout/list1"/>
    <dgm:cxn modelId="{01CFE623-6929-4E67-B0AB-076D36E70809}" type="presParOf" srcId="{C61E197E-C6B0-4A8A-8A52-E1E9C62D1469}" destId="{5E785877-3167-4220-9A27-10F82530A9F8}" srcOrd="8" destOrd="0" presId="urn:microsoft.com/office/officeart/2005/8/layout/list1"/>
    <dgm:cxn modelId="{4FB15259-13E6-4B36-8261-0EB88C13ED5C}" type="presParOf" srcId="{5E785877-3167-4220-9A27-10F82530A9F8}" destId="{12A88C2A-B031-415B-B74B-CACA60B3BDD8}" srcOrd="0" destOrd="0" presId="urn:microsoft.com/office/officeart/2005/8/layout/list1"/>
    <dgm:cxn modelId="{90147A56-70C8-45B4-9ACC-4184DCE1E7BB}" type="presParOf" srcId="{5E785877-3167-4220-9A27-10F82530A9F8}" destId="{DDB6D463-0A69-4CF1-97E3-9D3AD67141AE}" srcOrd="1" destOrd="0" presId="urn:microsoft.com/office/officeart/2005/8/layout/list1"/>
    <dgm:cxn modelId="{ABE99698-43C5-4FB0-B281-EB84206A3B6E}" type="presParOf" srcId="{C61E197E-C6B0-4A8A-8A52-E1E9C62D1469}" destId="{B5231647-0882-4BB2-ABF3-E2624EF5CD72}" srcOrd="9" destOrd="0" presId="urn:microsoft.com/office/officeart/2005/8/layout/list1"/>
    <dgm:cxn modelId="{7A2648B0-2B72-41B4-8377-CE52FD37814B}" type="presParOf" srcId="{C61E197E-C6B0-4A8A-8A52-E1E9C62D1469}" destId="{CC325DDC-40F2-460C-BA34-6EA696CACD5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60F227-CB74-4BE9-86AA-9CF02FD38126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EC824A8-B076-43B5-857A-4A2B79A70665}">
      <dgm:prSet custT="1"/>
      <dgm:spPr/>
      <dgm:t>
        <a:bodyPr/>
        <a:lstStyle/>
        <a:p>
          <a:r>
            <a:rPr lang="vi-VN" sz="2800">
              <a:latin typeface="+mn-lt"/>
            </a:rPr>
            <a:t> </a:t>
          </a:r>
          <a:r>
            <a:rPr lang="en-US" sz="2800" smtClean="0">
              <a:latin typeface="+mn-lt"/>
            </a:rPr>
            <a:t>Mục tiêu</a:t>
          </a:r>
          <a:endParaRPr lang="en-US" sz="2800">
            <a:latin typeface="+mn-lt"/>
          </a:endParaRPr>
        </a:p>
      </dgm:t>
    </dgm:pt>
    <dgm:pt modelId="{05E03CA2-03BC-44C0-B2CB-3A75F1AD56E6}" type="parTrans" cxnId="{94877D50-B939-41F3-B249-36AEB0DCDA1A}">
      <dgm:prSet/>
      <dgm:spPr/>
      <dgm:t>
        <a:bodyPr/>
        <a:lstStyle/>
        <a:p>
          <a:endParaRPr lang="en-US"/>
        </a:p>
      </dgm:t>
    </dgm:pt>
    <dgm:pt modelId="{1DCE7C29-B0A1-48D9-8349-0640B244F381}" type="sibTrans" cxnId="{94877D50-B939-41F3-B249-36AEB0DCDA1A}">
      <dgm:prSet/>
      <dgm:spPr/>
      <dgm:t>
        <a:bodyPr/>
        <a:lstStyle/>
        <a:p>
          <a:endParaRPr lang="en-US"/>
        </a:p>
      </dgm:t>
    </dgm:pt>
    <dgm:pt modelId="{D3A97D70-9866-4DFF-B8BB-8B722F391FD2}">
      <dgm:prSet custT="1"/>
      <dgm:spPr/>
      <dgm:t>
        <a:bodyPr/>
        <a:lstStyle/>
        <a:p>
          <a:pPr>
            <a:buNone/>
          </a:pPr>
          <a:r>
            <a:rPr lang="en-US" sz="2600" smtClean="0">
              <a:latin typeface="Arial" panose="020B0604020202020204" pitchFamily="34" charset="0"/>
              <a:cs typeface="Arial" panose="020B0604020202020204" pitchFamily="34" charset="0"/>
            </a:rPr>
            <a:t>Hỗ trợ xây dựng tài liệu giảng dạy.</a:t>
          </a:r>
          <a:endParaRPr lang="en-US" sz="2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A163F3-E389-4F6A-923C-0339399F6D65}" type="parTrans" cxnId="{3F92F324-2124-4492-A096-C8A1B1369BBD}">
      <dgm:prSet/>
      <dgm:spPr/>
      <dgm:t>
        <a:bodyPr/>
        <a:lstStyle/>
        <a:p>
          <a:endParaRPr lang="en-US"/>
        </a:p>
      </dgm:t>
    </dgm:pt>
    <dgm:pt modelId="{CD4F9ABB-47FF-42B3-8CD2-B3B12817BFA1}" type="sibTrans" cxnId="{3F92F324-2124-4492-A096-C8A1B1369BBD}">
      <dgm:prSet/>
      <dgm:spPr/>
      <dgm:t>
        <a:bodyPr/>
        <a:lstStyle/>
        <a:p>
          <a:endParaRPr lang="en-US"/>
        </a:p>
      </dgm:t>
    </dgm:pt>
    <dgm:pt modelId="{35DAD6F4-2982-4C18-84AD-C8FDDBF3AB7C}">
      <dgm:prSet custT="1"/>
      <dgm:spPr/>
      <dgm:t>
        <a:bodyPr/>
        <a:lstStyle/>
        <a:p>
          <a:pPr>
            <a:buNone/>
          </a:pPr>
          <a:r>
            <a:rPr lang="en-US" sz="2600" smtClean="0">
              <a:latin typeface="Arial" panose="020B0604020202020204" pitchFamily="34" charset="0"/>
              <a:cs typeface="Arial" panose="020B0604020202020204" pitchFamily="34" charset="0"/>
            </a:rPr>
            <a:t>Khai thác tri thức từ giáo trình và tài liệu tham khảo.</a:t>
          </a:r>
          <a:endParaRPr lang="en-US" sz="2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A3C9FB9-F8C6-49A4-90A2-47C6D7782553}" type="parTrans" cxnId="{C22753FE-C962-42DD-A50B-6C79547558A6}">
      <dgm:prSet/>
      <dgm:spPr/>
      <dgm:t>
        <a:bodyPr/>
        <a:lstStyle/>
        <a:p>
          <a:endParaRPr lang="en-US"/>
        </a:p>
      </dgm:t>
    </dgm:pt>
    <dgm:pt modelId="{62E9C75D-0627-4698-8C1C-C45A0E5FBE3B}" type="sibTrans" cxnId="{C22753FE-C962-42DD-A50B-6C79547558A6}">
      <dgm:prSet/>
      <dgm:spPr/>
      <dgm:t>
        <a:bodyPr/>
        <a:lstStyle/>
        <a:p>
          <a:endParaRPr lang="en-US"/>
        </a:p>
      </dgm:t>
    </dgm:pt>
    <dgm:pt modelId="{5C4EB992-9AB9-4574-9A24-A679C0F70760}">
      <dgm:prSet custT="1"/>
      <dgm:spPr/>
      <dgm:t>
        <a:bodyPr/>
        <a:lstStyle/>
        <a:p>
          <a:pPr>
            <a:buNone/>
          </a:pPr>
          <a:r>
            <a:rPr lang="en-US" sz="2600" smtClean="0">
              <a:latin typeface="Arial" panose="020B0604020202020204" pitchFamily="34" charset="0"/>
              <a:cs typeface="Arial" panose="020B0604020202020204" pitchFamily="34" charset="0"/>
            </a:rPr>
            <a:t>Xuất dữ liệu phục vụ giảng dạy và tích hợp LMS.</a:t>
          </a:r>
          <a:endParaRPr lang="en-US" sz="2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A127F34-39BC-4BBF-95E1-D1D242AE0B1A}" type="parTrans" cxnId="{0EE2469F-F373-408C-8F47-9E226DF63469}">
      <dgm:prSet/>
      <dgm:spPr/>
      <dgm:t>
        <a:bodyPr/>
        <a:lstStyle/>
        <a:p>
          <a:endParaRPr lang="en-US"/>
        </a:p>
      </dgm:t>
    </dgm:pt>
    <dgm:pt modelId="{D2909486-D0F3-4DFB-BCB8-C3FD64D0A638}" type="sibTrans" cxnId="{0EE2469F-F373-408C-8F47-9E226DF63469}">
      <dgm:prSet/>
      <dgm:spPr/>
      <dgm:t>
        <a:bodyPr/>
        <a:lstStyle/>
        <a:p>
          <a:endParaRPr lang="en-US"/>
        </a:p>
      </dgm:t>
    </dgm:pt>
    <dgm:pt modelId="{6E35D664-F8CB-4A24-B343-BD3553D98B4E}">
      <dgm:prSet custT="1"/>
      <dgm:spPr/>
      <dgm:t>
        <a:bodyPr/>
        <a:lstStyle/>
        <a:p>
          <a:pPr>
            <a:buNone/>
          </a:pPr>
          <a:r>
            <a:rPr lang="en-US" sz="2600" smtClean="0">
              <a:latin typeface="Arial" panose="020B0604020202020204" pitchFamily="34" charset="0"/>
              <a:cs typeface="Arial" panose="020B0604020202020204" pitchFamily="34" charset="0"/>
            </a:rPr>
            <a:t>Hỗ trợ tạo ngân hàng câu hỏi trắc nghiệm. </a:t>
          </a:r>
          <a:endParaRPr lang="en-US" sz="2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C843BD-3446-41D0-B7E9-D76CC583AD46}" type="parTrans" cxnId="{57DBDEC8-C4A0-4DAE-9416-121B34A29B56}">
      <dgm:prSet/>
      <dgm:spPr/>
      <dgm:t>
        <a:bodyPr/>
        <a:lstStyle/>
        <a:p>
          <a:endParaRPr lang="en-US"/>
        </a:p>
      </dgm:t>
    </dgm:pt>
    <dgm:pt modelId="{806D4BA3-0561-4954-ABF1-F6B70D199220}" type="sibTrans" cxnId="{57DBDEC8-C4A0-4DAE-9416-121B34A29B56}">
      <dgm:prSet/>
      <dgm:spPr/>
      <dgm:t>
        <a:bodyPr/>
        <a:lstStyle/>
        <a:p>
          <a:endParaRPr lang="en-US"/>
        </a:p>
      </dgm:t>
    </dgm:pt>
    <dgm:pt modelId="{839DF8B7-CC25-4FA3-A475-BFDCECFCDB9B}" type="pres">
      <dgm:prSet presAssocID="{3B60F227-CB74-4BE9-86AA-9CF02FD3812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EBFA5F2-19CC-41B5-AA6D-752615D9A8AE}" type="pres">
      <dgm:prSet presAssocID="{4EC824A8-B076-43B5-857A-4A2B79A70665}" presName="composite" presStyleCnt="0"/>
      <dgm:spPr/>
    </dgm:pt>
    <dgm:pt modelId="{5F56096C-F861-4F48-A20F-69C3F2DA00A7}" type="pres">
      <dgm:prSet presAssocID="{4EC824A8-B076-43B5-857A-4A2B79A70665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F5B22D-2327-4A46-AAAF-13FFDE35C6F8}" type="pres">
      <dgm:prSet presAssocID="{4EC824A8-B076-43B5-857A-4A2B79A70665}" presName="desTx" presStyleLbl="alignAccFollowNode1" presStyleIdx="0" presStyleCnt="1" custLinFactNeighborX="-1" custLinFactNeighborY="-8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C34C64C-41E1-4CD8-B909-057E42572A8B}" type="presOf" srcId="{3B60F227-CB74-4BE9-86AA-9CF02FD38126}" destId="{839DF8B7-CC25-4FA3-A475-BFDCECFCDB9B}" srcOrd="0" destOrd="0" presId="urn:microsoft.com/office/officeart/2005/8/layout/hList1"/>
    <dgm:cxn modelId="{57DBDEC8-C4A0-4DAE-9416-121B34A29B56}" srcId="{4EC824A8-B076-43B5-857A-4A2B79A70665}" destId="{6E35D664-F8CB-4A24-B343-BD3553D98B4E}" srcOrd="2" destOrd="0" parTransId="{56C843BD-3446-41D0-B7E9-D76CC583AD46}" sibTransId="{806D4BA3-0561-4954-ABF1-F6B70D199220}"/>
    <dgm:cxn modelId="{A0660E85-3D8B-4327-A4CD-8FA833E8B29E}" type="presOf" srcId="{D3A97D70-9866-4DFF-B8BB-8B722F391FD2}" destId="{16F5B22D-2327-4A46-AAAF-13FFDE35C6F8}" srcOrd="0" destOrd="0" presId="urn:microsoft.com/office/officeart/2005/8/layout/hList1"/>
    <dgm:cxn modelId="{F8C95038-47B6-4025-92E9-C188D5746E22}" type="presOf" srcId="{35DAD6F4-2982-4C18-84AD-C8FDDBF3AB7C}" destId="{16F5B22D-2327-4A46-AAAF-13FFDE35C6F8}" srcOrd="0" destOrd="1" presId="urn:microsoft.com/office/officeart/2005/8/layout/hList1"/>
    <dgm:cxn modelId="{CAC98227-0F9C-4C91-A8AD-A0D4A18013EA}" type="presOf" srcId="{6E35D664-F8CB-4A24-B343-BD3553D98B4E}" destId="{16F5B22D-2327-4A46-AAAF-13FFDE35C6F8}" srcOrd="0" destOrd="2" presId="urn:microsoft.com/office/officeart/2005/8/layout/hList1"/>
    <dgm:cxn modelId="{B6FBF075-6F34-47D1-82FE-F4CE37FE98D2}" type="presOf" srcId="{4EC824A8-B076-43B5-857A-4A2B79A70665}" destId="{5F56096C-F861-4F48-A20F-69C3F2DA00A7}" srcOrd="0" destOrd="0" presId="urn:microsoft.com/office/officeart/2005/8/layout/hList1"/>
    <dgm:cxn modelId="{3F92F324-2124-4492-A096-C8A1B1369BBD}" srcId="{4EC824A8-B076-43B5-857A-4A2B79A70665}" destId="{D3A97D70-9866-4DFF-B8BB-8B722F391FD2}" srcOrd="0" destOrd="0" parTransId="{29A163F3-E389-4F6A-923C-0339399F6D65}" sibTransId="{CD4F9ABB-47FF-42B3-8CD2-B3B12817BFA1}"/>
    <dgm:cxn modelId="{94877D50-B939-41F3-B249-36AEB0DCDA1A}" srcId="{3B60F227-CB74-4BE9-86AA-9CF02FD38126}" destId="{4EC824A8-B076-43B5-857A-4A2B79A70665}" srcOrd="0" destOrd="0" parTransId="{05E03CA2-03BC-44C0-B2CB-3A75F1AD56E6}" sibTransId="{1DCE7C29-B0A1-48D9-8349-0640B244F381}"/>
    <dgm:cxn modelId="{CB7699D7-0484-4C00-A1C4-AD6A3BA765B1}" type="presOf" srcId="{5C4EB992-9AB9-4574-9A24-A679C0F70760}" destId="{16F5B22D-2327-4A46-AAAF-13FFDE35C6F8}" srcOrd="0" destOrd="3" presId="urn:microsoft.com/office/officeart/2005/8/layout/hList1"/>
    <dgm:cxn modelId="{C22753FE-C962-42DD-A50B-6C79547558A6}" srcId="{4EC824A8-B076-43B5-857A-4A2B79A70665}" destId="{35DAD6F4-2982-4C18-84AD-C8FDDBF3AB7C}" srcOrd="1" destOrd="0" parTransId="{BA3C9FB9-F8C6-49A4-90A2-47C6D7782553}" sibTransId="{62E9C75D-0627-4698-8C1C-C45A0E5FBE3B}"/>
    <dgm:cxn modelId="{0EE2469F-F373-408C-8F47-9E226DF63469}" srcId="{4EC824A8-B076-43B5-857A-4A2B79A70665}" destId="{5C4EB992-9AB9-4574-9A24-A679C0F70760}" srcOrd="3" destOrd="0" parTransId="{BA127F34-39BC-4BBF-95E1-D1D242AE0B1A}" sibTransId="{D2909486-D0F3-4DFB-BCB8-C3FD64D0A638}"/>
    <dgm:cxn modelId="{69F17F7F-BB1A-46AB-9151-D48AEB0A01A3}" type="presParOf" srcId="{839DF8B7-CC25-4FA3-A475-BFDCECFCDB9B}" destId="{9EBFA5F2-19CC-41B5-AA6D-752615D9A8AE}" srcOrd="0" destOrd="0" presId="urn:microsoft.com/office/officeart/2005/8/layout/hList1"/>
    <dgm:cxn modelId="{179276FF-FC11-4C98-B26E-1C37C5C21CDA}" type="presParOf" srcId="{9EBFA5F2-19CC-41B5-AA6D-752615D9A8AE}" destId="{5F56096C-F861-4F48-A20F-69C3F2DA00A7}" srcOrd="0" destOrd="0" presId="urn:microsoft.com/office/officeart/2005/8/layout/hList1"/>
    <dgm:cxn modelId="{2A4313A4-5D3C-4D7C-B9E8-4E70FA3A9869}" type="presParOf" srcId="{9EBFA5F2-19CC-41B5-AA6D-752615D9A8AE}" destId="{16F5B22D-2327-4A46-AAAF-13FFDE35C6F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0FC0DB-02D7-4C87-9CDF-8725821D93E8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91F7652-CE6F-4732-A737-E029DDE69B6B}">
      <dgm:prSet custT="1"/>
      <dgm:spPr/>
      <dgm:t>
        <a:bodyPr/>
        <a:lstStyle/>
        <a:p>
          <a:r>
            <a:rPr lang="en-US" sz="2800">
              <a:latin typeface="Arial" panose="020B0604020202020204" pitchFamily="34" charset="0"/>
              <a:cs typeface="Arial" panose="020B0604020202020204" pitchFamily="34" charset="0"/>
            </a:rPr>
            <a:t>LLM </a:t>
          </a:r>
        </a:p>
      </dgm:t>
    </dgm:pt>
    <dgm:pt modelId="{D91C8D5E-0EC7-4074-B50F-5F862FA97CCF}" type="parTrans" cxnId="{AF9644FC-2880-4051-8F79-73028D18936D}">
      <dgm:prSet/>
      <dgm:spPr/>
      <dgm:t>
        <a:bodyPr/>
        <a:lstStyle/>
        <a:p>
          <a:endParaRPr lang="en-US"/>
        </a:p>
      </dgm:t>
    </dgm:pt>
    <dgm:pt modelId="{57A68FF2-2595-4B05-BA12-961566D269D5}" type="sibTrans" cxnId="{AF9644FC-2880-4051-8F79-73028D18936D}">
      <dgm:prSet/>
      <dgm:spPr/>
      <dgm:t>
        <a:bodyPr/>
        <a:lstStyle/>
        <a:p>
          <a:endParaRPr lang="en-US"/>
        </a:p>
      </dgm:t>
    </dgm:pt>
    <dgm:pt modelId="{29741B2D-8E69-41A6-99E9-5899DC92B2F1}">
      <dgm:prSet/>
      <dgm:spPr/>
      <dgm:t>
        <a:bodyPr/>
        <a:lstStyle/>
        <a:p>
          <a:pPr algn="l">
            <a:buNone/>
          </a:pPr>
          <a:r>
            <a:rPr lang="en-US" smtClean="0">
              <a:latin typeface="Arial" panose="020B0604020202020204" pitchFamily="34" charset="0"/>
              <a:cs typeface="Arial" panose="020B0604020202020204" pitchFamily="34" charset="0"/>
            </a:rPr>
            <a:t>Trả lời dựa trên kiến thức đã huấn luyện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AB4FF3-716D-4924-9A06-07CCA219EB39}" type="parTrans" cxnId="{7F84F25E-0BCA-45F5-90EE-BFDD3231029D}">
      <dgm:prSet/>
      <dgm:spPr/>
      <dgm:t>
        <a:bodyPr/>
        <a:lstStyle/>
        <a:p>
          <a:endParaRPr lang="en-US"/>
        </a:p>
      </dgm:t>
    </dgm:pt>
    <dgm:pt modelId="{53A7B7EA-50E6-4C72-86D9-82CE49608644}" type="sibTrans" cxnId="{7F84F25E-0BCA-45F5-90EE-BFDD3231029D}">
      <dgm:prSet/>
      <dgm:spPr/>
      <dgm:t>
        <a:bodyPr/>
        <a:lstStyle/>
        <a:p>
          <a:endParaRPr lang="en-US"/>
        </a:p>
      </dgm:t>
    </dgm:pt>
    <dgm:pt modelId="{C375E673-C57B-4E64-8EE0-D1A5C7968089}">
      <dgm:prSet/>
      <dgm:spPr/>
      <dgm:t>
        <a:bodyPr/>
        <a:lstStyle/>
        <a:p>
          <a:pPr algn="l">
            <a:buNone/>
          </a:pPr>
          <a:r>
            <a:rPr lang="en-US" smtClean="0">
              <a:latin typeface="Arial" panose="020B0604020202020204" pitchFamily="34" charset="0"/>
              <a:cs typeface="Arial" panose="020B0604020202020204" pitchFamily="34" charset="0"/>
            </a:rPr>
            <a:t>Có thể sinh thông tin sai lệch (Hallucination)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7B11A2-4250-4BED-9196-A84CA0CBBCFF}" type="parTrans" cxnId="{BF6267E0-0569-4F4D-BE5C-8930B4D6FF19}">
      <dgm:prSet/>
      <dgm:spPr/>
      <dgm:t>
        <a:bodyPr/>
        <a:lstStyle/>
        <a:p>
          <a:endParaRPr lang="en-US"/>
        </a:p>
      </dgm:t>
    </dgm:pt>
    <dgm:pt modelId="{5ECC602A-440F-4380-A2C2-804F2EC3EAB3}" type="sibTrans" cxnId="{BF6267E0-0569-4F4D-BE5C-8930B4D6FF19}">
      <dgm:prSet/>
      <dgm:spPr/>
      <dgm:t>
        <a:bodyPr/>
        <a:lstStyle/>
        <a:p>
          <a:endParaRPr lang="en-US"/>
        </a:p>
      </dgm:t>
    </dgm:pt>
    <dgm:pt modelId="{01CEEB75-3ADA-4995-9D64-378735F76706}">
      <dgm:prSet/>
      <dgm:spPr/>
      <dgm:t>
        <a:bodyPr/>
        <a:lstStyle/>
        <a:p>
          <a:pPr algn="l">
            <a:buNone/>
          </a:pPr>
          <a:r>
            <a:rPr lang="en-US" smtClean="0">
              <a:latin typeface="Arial" panose="020B0604020202020204" pitchFamily="34" charset="0"/>
              <a:cs typeface="Arial" panose="020B0604020202020204" pitchFamily="34" charset="0"/>
            </a:rPr>
            <a:t>Không hỗ trợ kiểm chứng nguồn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2BE665-C277-4ABD-8032-E79B9F2D4B13}" type="parTrans" cxnId="{B2F1E9F5-37CC-4DDA-AA70-F360B25A2255}">
      <dgm:prSet/>
      <dgm:spPr/>
      <dgm:t>
        <a:bodyPr/>
        <a:lstStyle/>
        <a:p>
          <a:endParaRPr lang="en-US"/>
        </a:p>
      </dgm:t>
    </dgm:pt>
    <dgm:pt modelId="{D461FE5B-05D9-419E-843B-2FE735DEE17B}" type="sibTrans" cxnId="{B2F1E9F5-37CC-4DDA-AA70-F360B25A2255}">
      <dgm:prSet/>
      <dgm:spPr/>
      <dgm:t>
        <a:bodyPr/>
        <a:lstStyle/>
        <a:p>
          <a:endParaRPr lang="en-US"/>
        </a:p>
      </dgm:t>
    </dgm:pt>
    <dgm:pt modelId="{2041F93E-8180-4632-85D6-B05498F98389}">
      <dgm:prSet custT="1"/>
      <dgm:spPr/>
      <dgm:t>
        <a:bodyPr/>
        <a:lstStyle/>
        <a:p>
          <a:r>
            <a:rPr lang="en-US" sz="2800" smtClean="0">
              <a:latin typeface="Arial" panose="020B0604020202020204" pitchFamily="34" charset="0"/>
              <a:cs typeface="Arial" panose="020B0604020202020204" pitchFamily="34" charset="0"/>
            </a:rPr>
            <a:t>LLM + RAG</a:t>
          </a:r>
          <a:endParaRPr lang="en-US" sz="2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D4CB4D-D0F4-4E2F-8E76-1EB30AC98B7E}" type="parTrans" cxnId="{472A4BAC-1911-41FA-86BD-F64B819CB7E9}">
      <dgm:prSet/>
      <dgm:spPr/>
      <dgm:t>
        <a:bodyPr/>
        <a:lstStyle/>
        <a:p>
          <a:endParaRPr lang="en-US"/>
        </a:p>
      </dgm:t>
    </dgm:pt>
    <dgm:pt modelId="{9530D773-B6BB-4719-A1FE-A3A3EA8EB973}" type="sibTrans" cxnId="{472A4BAC-1911-41FA-86BD-F64B819CB7E9}">
      <dgm:prSet/>
      <dgm:spPr/>
      <dgm:t>
        <a:bodyPr/>
        <a:lstStyle/>
        <a:p>
          <a:endParaRPr lang="en-US"/>
        </a:p>
      </dgm:t>
    </dgm:pt>
    <dgm:pt modelId="{499CD55E-A42B-47D3-9289-8651C6AF226C}">
      <dgm:prSet/>
      <dgm:spPr/>
      <dgm:t>
        <a:bodyPr/>
        <a:lstStyle/>
        <a:p>
          <a:pPr>
            <a:buNone/>
          </a:pPr>
          <a:r>
            <a:rPr lang="en-US" smtClean="0">
              <a:latin typeface="Arial" panose="020B0604020202020204" pitchFamily="34" charset="0"/>
              <a:cs typeface="Arial" panose="020B0604020202020204" pitchFamily="34" charset="0"/>
            </a:rPr>
            <a:t>Kết hợp kiến thức của LLM với kho tri thức chuyên ngành</a:t>
          </a:r>
          <a:endParaRPr lang="en-US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559746-66CD-47B1-A433-B738B96F105F}" type="parTrans" cxnId="{6EE1D615-FC77-4E68-845B-84A0DF2BF972}">
      <dgm:prSet/>
      <dgm:spPr/>
      <dgm:t>
        <a:bodyPr/>
        <a:lstStyle/>
        <a:p>
          <a:endParaRPr lang="en-US"/>
        </a:p>
      </dgm:t>
    </dgm:pt>
    <dgm:pt modelId="{9FF0E7B1-563C-4A24-9AD7-9262956B28E0}" type="sibTrans" cxnId="{6EE1D615-FC77-4E68-845B-84A0DF2BF972}">
      <dgm:prSet/>
      <dgm:spPr/>
      <dgm:t>
        <a:bodyPr/>
        <a:lstStyle/>
        <a:p>
          <a:endParaRPr lang="en-US"/>
        </a:p>
      </dgm:t>
    </dgm:pt>
    <dgm:pt modelId="{1DBCCE27-FD6C-4249-8F0F-D96CD8C227C5}">
      <dgm:prSet/>
      <dgm:spPr/>
      <dgm:t>
        <a:bodyPr/>
        <a:lstStyle/>
        <a:p>
          <a:pPr algn="l">
            <a:buNone/>
          </a:pPr>
          <a:r>
            <a:rPr lang="en-US" smtClean="0">
              <a:latin typeface="Arial" panose="020B0604020202020204" pitchFamily="34" charset="0"/>
              <a:cs typeface="Arial" panose="020B0604020202020204" pitchFamily="34" charset="0"/>
            </a:rPr>
            <a:t>Khó bám sát đề cương môn học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D5A4DD-D764-4BBC-94DE-503412E8F85E}" type="parTrans" cxnId="{D3EE90F2-F7BC-4F4F-A277-7FB61F4D93C0}">
      <dgm:prSet/>
      <dgm:spPr/>
      <dgm:t>
        <a:bodyPr/>
        <a:lstStyle/>
        <a:p>
          <a:endParaRPr lang="en-US"/>
        </a:p>
      </dgm:t>
    </dgm:pt>
    <dgm:pt modelId="{3CC224A9-503A-4C4F-BC3D-7AD24034974C}" type="sibTrans" cxnId="{D3EE90F2-F7BC-4F4F-A277-7FB61F4D93C0}">
      <dgm:prSet/>
      <dgm:spPr/>
      <dgm:t>
        <a:bodyPr/>
        <a:lstStyle/>
        <a:p>
          <a:endParaRPr lang="en-US"/>
        </a:p>
      </dgm:t>
    </dgm:pt>
    <dgm:pt modelId="{37E1A619-0589-4B4F-93B6-A73222CC57FC}">
      <dgm:prSet/>
      <dgm:spPr/>
      <dgm:t>
        <a:bodyPr/>
        <a:lstStyle/>
        <a:p>
          <a:pPr algn="l">
            <a:buNone/>
          </a:pPr>
          <a:r>
            <a:rPr lang="en-US" smtClean="0">
              <a:latin typeface="Arial" panose="020B0604020202020204" pitchFamily="34" charset="0"/>
              <a:cs typeface="Arial" panose="020B0604020202020204" pitchFamily="34" charset="0"/>
            </a:rPr>
            <a:t>Không truy xuất tài liệu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F4F551-FEA5-479E-BE8B-60A32CF42EB3}" type="parTrans" cxnId="{66731689-6B9E-49A6-A459-B9C06C219286}">
      <dgm:prSet/>
      <dgm:spPr/>
      <dgm:t>
        <a:bodyPr/>
        <a:lstStyle/>
        <a:p>
          <a:endParaRPr lang="en-US"/>
        </a:p>
      </dgm:t>
    </dgm:pt>
    <dgm:pt modelId="{28965858-CA66-4862-A89B-0EC9202FF5EA}" type="sibTrans" cxnId="{66731689-6B9E-49A6-A459-B9C06C219286}">
      <dgm:prSet/>
      <dgm:spPr/>
      <dgm:t>
        <a:bodyPr/>
        <a:lstStyle/>
        <a:p>
          <a:endParaRPr lang="en-US"/>
        </a:p>
      </dgm:t>
    </dgm:pt>
    <dgm:pt modelId="{46F7C0CE-9895-44F6-B95C-A3BB800192E5}">
      <dgm:prSet/>
      <dgm:spPr/>
      <dgm:t>
        <a:bodyPr/>
        <a:lstStyle/>
        <a:p>
          <a:pPr>
            <a:buNone/>
          </a:pPr>
          <a:r>
            <a:rPr lang="en-US" smtClean="0">
              <a:latin typeface="Arial" panose="020B0604020202020204" pitchFamily="34" charset="0"/>
              <a:cs typeface="Arial" panose="020B0604020202020204" pitchFamily="34" charset="0"/>
            </a:rPr>
            <a:t>Giảm thiểu thông tin sai lệch nhờ dữ liệu truy xuất</a:t>
          </a:r>
          <a:endParaRPr lang="en-US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89FD8D-6EC0-4985-BBB5-581AF9F500CE}" type="parTrans" cxnId="{3BC9DA0B-E90B-418B-8943-3097829E4332}">
      <dgm:prSet/>
      <dgm:spPr/>
      <dgm:t>
        <a:bodyPr/>
        <a:lstStyle/>
        <a:p>
          <a:endParaRPr lang="en-US"/>
        </a:p>
      </dgm:t>
    </dgm:pt>
    <dgm:pt modelId="{5C245C58-2243-49E2-98A8-437ED5995E93}" type="sibTrans" cxnId="{3BC9DA0B-E90B-418B-8943-3097829E4332}">
      <dgm:prSet/>
      <dgm:spPr/>
      <dgm:t>
        <a:bodyPr/>
        <a:lstStyle/>
        <a:p>
          <a:endParaRPr lang="en-US"/>
        </a:p>
      </dgm:t>
    </dgm:pt>
    <dgm:pt modelId="{A0398A06-9777-4905-B6D8-67D8205D224F}">
      <dgm:prSet/>
      <dgm:spPr/>
      <dgm:t>
        <a:bodyPr/>
        <a:lstStyle/>
        <a:p>
          <a:pPr>
            <a:buNone/>
          </a:pPr>
          <a:r>
            <a:rPr lang="en-US" smtClean="0">
              <a:latin typeface="Arial" panose="020B0604020202020204" pitchFamily="34" charset="0"/>
              <a:cs typeface="Arial" panose="020B0604020202020204" pitchFamily="34" charset="0"/>
            </a:rPr>
            <a:t>Hỗ trợ truy vết nguồn     tri thức</a:t>
          </a:r>
          <a:endParaRPr lang="en-US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2835BF8-D16C-4EC3-9EE5-AD59B814A88A}" type="parTrans" cxnId="{D1EF6166-14E0-4C14-A701-37B53C7028D4}">
      <dgm:prSet/>
      <dgm:spPr/>
      <dgm:t>
        <a:bodyPr/>
        <a:lstStyle/>
        <a:p>
          <a:endParaRPr lang="en-US"/>
        </a:p>
      </dgm:t>
    </dgm:pt>
    <dgm:pt modelId="{3CF3E79E-AAAB-4A68-B458-8CDAE17E1B99}" type="sibTrans" cxnId="{D1EF6166-14E0-4C14-A701-37B53C7028D4}">
      <dgm:prSet/>
      <dgm:spPr/>
      <dgm:t>
        <a:bodyPr/>
        <a:lstStyle/>
        <a:p>
          <a:endParaRPr lang="en-US"/>
        </a:p>
      </dgm:t>
    </dgm:pt>
    <dgm:pt modelId="{05AA9DE9-8C41-4837-BBE6-D934061C290E}">
      <dgm:prSet/>
      <dgm:spPr/>
      <dgm:t>
        <a:bodyPr/>
        <a:lstStyle/>
        <a:p>
          <a:pPr>
            <a:buNone/>
          </a:pPr>
          <a:r>
            <a:rPr lang="vi-VN" b="0" smtClean="0">
              <a:latin typeface="Arial" panose="020B0604020202020204" pitchFamily="34" charset="0"/>
              <a:cs typeface="Arial" panose="020B0604020202020204" pitchFamily="34" charset="0"/>
            </a:rPr>
            <a:t>Nội dung bám sát đề cương môn học</a:t>
          </a:r>
          <a:endParaRPr lang="en-US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B8366C-7171-4ED8-94D9-3C7F1C0CA525}" type="parTrans" cxnId="{C516C1DA-C1AD-4515-8C03-79680853DFFF}">
      <dgm:prSet/>
      <dgm:spPr/>
      <dgm:t>
        <a:bodyPr/>
        <a:lstStyle/>
        <a:p>
          <a:endParaRPr lang="en-US"/>
        </a:p>
      </dgm:t>
    </dgm:pt>
    <dgm:pt modelId="{C76D8462-E3D5-40DE-BD9F-4FE701889320}" type="sibTrans" cxnId="{C516C1DA-C1AD-4515-8C03-79680853DFFF}">
      <dgm:prSet/>
      <dgm:spPr/>
      <dgm:t>
        <a:bodyPr/>
        <a:lstStyle/>
        <a:p>
          <a:endParaRPr lang="en-US"/>
        </a:p>
      </dgm:t>
    </dgm:pt>
    <dgm:pt modelId="{7098DA57-5002-4D9F-A06A-35D395828B1E}" type="pres">
      <dgm:prSet presAssocID="{660FC0DB-02D7-4C87-9CDF-8725821D93E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FDCAB52-C5C4-4A8B-AE9F-8E4A5E3247D1}" type="pres">
      <dgm:prSet presAssocID="{191F7652-CE6F-4732-A737-E029DDE69B6B}" presName="composite" presStyleCnt="0"/>
      <dgm:spPr/>
    </dgm:pt>
    <dgm:pt modelId="{5EE3C00B-B7D8-4594-B74E-0B875DE73E43}" type="pres">
      <dgm:prSet presAssocID="{191F7652-CE6F-4732-A737-E029DDE69B6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0693AB-0965-4888-A1D9-D9144CEE02F3}" type="pres">
      <dgm:prSet presAssocID="{191F7652-CE6F-4732-A737-E029DDE69B6B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FC5163-31B6-4003-889A-2143F493F40A}" type="pres">
      <dgm:prSet presAssocID="{57A68FF2-2595-4B05-BA12-961566D269D5}" presName="space" presStyleCnt="0"/>
      <dgm:spPr/>
    </dgm:pt>
    <dgm:pt modelId="{A1DB7C06-CA0A-4198-9B80-6B72F1D0EC4B}" type="pres">
      <dgm:prSet presAssocID="{2041F93E-8180-4632-85D6-B05498F98389}" presName="composite" presStyleCnt="0"/>
      <dgm:spPr/>
    </dgm:pt>
    <dgm:pt modelId="{6A089200-0F50-4C09-8FCF-BC12A95C3DC4}" type="pres">
      <dgm:prSet presAssocID="{2041F93E-8180-4632-85D6-B05498F9838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8B1B07-3FD6-4C40-A4DE-4C3931AB7820}" type="pres">
      <dgm:prSet presAssocID="{2041F93E-8180-4632-85D6-B05498F98389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2F1E9F5-37CC-4DDA-AA70-F360B25A2255}" srcId="{191F7652-CE6F-4732-A737-E029DDE69B6B}" destId="{01CEEB75-3ADA-4995-9D64-378735F76706}" srcOrd="4" destOrd="0" parTransId="{C52BE665-C277-4ABD-8032-E79B9F2D4B13}" sibTransId="{D461FE5B-05D9-419E-843B-2FE735DEE17B}"/>
    <dgm:cxn modelId="{89D9A563-0EE4-47F3-A7ED-7CA9584CB24C}" type="presOf" srcId="{191F7652-CE6F-4732-A737-E029DDE69B6B}" destId="{5EE3C00B-B7D8-4594-B74E-0B875DE73E43}" srcOrd="0" destOrd="0" presId="urn:microsoft.com/office/officeart/2005/8/layout/hList1"/>
    <dgm:cxn modelId="{472A4BAC-1911-41FA-86BD-F64B819CB7E9}" srcId="{660FC0DB-02D7-4C87-9CDF-8725821D93E8}" destId="{2041F93E-8180-4632-85D6-B05498F98389}" srcOrd="1" destOrd="0" parTransId="{C7D4CB4D-D0F4-4E2F-8E76-1EB30AC98B7E}" sibTransId="{9530D773-B6BB-4719-A1FE-A3A3EA8EB973}"/>
    <dgm:cxn modelId="{A64DE208-2367-41C9-A02E-504C7796B451}" type="presOf" srcId="{1DBCCE27-FD6C-4249-8F0F-D96CD8C227C5}" destId="{E40693AB-0965-4888-A1D9-D9144CEE02F3}" srcOrd="0" destOrd="1" presId="urn:microsoft.com/office/officeart/2005/8/layout/hList1"/>
    <dgm:cxn modelId="{51A4E977-CAD3-49CC-B26F-626B3A16EBAC}" type="presOf" srcId="{29741B2D-8E69-41A6-99E9-5899DC92B2F1}" destId="{E40693AB-0965-4888-A1D9-D9144CEE02F3}" srcOrd="0" destOrd="0" presId="urn:microsoft.com/office/officeart/2005/8/layout/hList1"/>
    <dgm:cxn modelId="{C516C1DA-C1AD-4515-8C03-79680853DFFF}" srcId="{2041F93E-8180-4632-85D6-B05498F98389}" destId="{05AA9DE9-8C41-4837-BBE6-D934061C290E}" srcOrd="3" destOrd="0" parTransId="{49B8366C-7171-4ED8-94D9-3C7F1C0CA525}" sibTransId="{C76D8462-E3D5-40DE-BD9F-4FE701889320}"/>
    <dgm:cxn modelId="{4A95A2D3-4CB0-4456-953A-CA73918D6368}" type="presOf" srcId="{01CEEB75-3ADA-4995-9D64-378735F76706}" destId="{E40693AB-0965-4888-A1D9-D9144CEE02F3}" srcOrd="0" destOrd="4" presId="urn:microsoft.com/office/officeart/2005/8/layout/hList1"/>
    <dgm:cxn modelId="{BF6267E0-0569-4F4D-BE5C-8930B4D6FF19}" srcId="{191F7652-CE6F-4732-A737-E029DDE69B6B}" destId="{C375E673-C57B-4E64-8EE0-D1A5C7968089}" srcOrd="3" destOrd="0" parTransId="{9E7B11A2-4250-4BED-9196-A84CA0CBBCFF}" sibTransId="{5ECC602A-440F-4380-A2C2-804F2EC3EAB3}"/>
    <dgm:cxn modelId="{AF9644FC-2880-4051-8F79-73028D18936D}" srcId="{660FC0DB-02D7-4C87-9CDF-8725821D93E8}" destId="{191F7652-CE6F-4732-A737-E029DDE69B6B}" srcOrd="0" destOrd="0" parTransId="{D91C8D5E-0EC7-4074-B50F-5F862FA97CCF}" sibTransId="{57A68FF2-2595-4B05-BA12-961566D269D5}"/>
    <dgm:cxn modelId="{8BC0DF91-8E29-4F57-90AB-F0672305D788}" type="presOf" srcId="{37E1A619-0589-4B4F-93B6-A73222CC57FC}" destId="{E40693AB-0965-4888-A1D9-D9144CEE02F3}" srcOrd="0" destOrd="2" presId="urn:microsoft.com/office/officeart/2005/8/layout/hList1"/>
    <dgm:cxn modelId="{D1E84A0B-EA9D-462E-AC94-B59E830489F6}" type="presOf" srcId="{C375E673-C57B-4E64-8EE0-D1A5C7968089}" destId="{E40693AB-0965-4888-A1D9-D9144CEE02F3}" srcOrd="0" destOrd="3" presId="urn:microsoft.com/office/officeart/2005/8/layout/hList1"/>
    <dgm:cxn modelId="{7F84F25E-0BCA-45F5-90EE-BFDD3231029D}" srcId="{191F7652-CE6F-4732-A737-E029DDE69B6B}" destId="{29741B2D-8E69-41A6-99E9-5899DC92B2F1}" srcOrd="0" destOrd="0" parTransId="{4CAB4FF3-716D-4924-9A06-07CCA219EB39}" sibTransId="{53A7B7EA-50E6-4C72-86D9-82CE49608644}"/>
    <dgm:cxn modelId="{43D02198-BA58-442D-8328-7617FF8D24A0}" type="presOf" srcId="{660FC0DB-02D7-4C87-9CDF-8725821D93E8}" destId="{7098DA57-5002-4D9F-A06A-35D395828B1E}" srcOrd="0" destOrd="0" presId="urn:microsoft.com/office/officeart/2005/8/layout/hList1"/>
    <dgm:cxn modelId="{D3EE90F2-F7BC-4F4F-A277-7FB61F4D93C0}" srcId="{191F7652-CE6F-4732-A737-E029DDE69B6B}" destId="{1DBCCE27-FD6C-4249-8F0F-D96CD8C227C5}" srcOrd="1" destOrd="0" parTransId="{74D5A4DD-D764-4BBC-94DE-503412E8F85E}" sibTransId="{3CC224A9-503A-4C4F-BC3D-7AD24034974C}"/>
    <dgm:cxn modelId="{66731689-6B9E-49A6-A459-B9C06C219286}" srcId="{191F7652-CE6F-4732-A737-E029DDE69B6B}" destId="{37E1A619-0589-4B4F-93B6-A73222CC57FC}" srcOrd="2" destOrd="0" parTransId="{75F4F551-FEA5-479E-BE8B-60A32CF42EB3}" sibTransId="{28965858-CA66-4862-A89B-0EC9202FF5EA}"/>
    <dgm:cxn modelId="{D8E92B9C-9C4B-4682-B07A-6A6C449DFCCC}" type="presOf" srcId="{2041F93E-8180-4632-85D6-B05498F98389}" destId="{6A089200-0F50-4C09-8FCF-BC12A95C3DC4}" srcOrd="0" destOrd="0" presId="urn:microsoft.com/office/officeart/2005/8/layout/hList1"/>
    <dgm:cxn modelId="{ECC5F9D9-056F-4909-B3EC-E6E0D7398F1D}" type="presOf" srcId="{05AA9DE9-8C41-4837-BBE6-D934061C290E}" destId="{CD8B1B07-3FD6-4C40-A4DE-4C3931AB7820}" srcOrd="0" destOrd="3" presId="urn:microsoft.com/office/officeart/2005/8/layout/hList1"/>
    <dgm:cxn modelId="{3BC9DA0B-E90B-418B-8943-3097829E4332}" srcId="{2041F93E-8180-4632-85D6-B05498F98389}" destId="{46F7C0CE-9895-44F6-B95C-A3BB800192E5}" srcOrd="1" destOrd="0" parTransId="{DD89FD8D-6EC0-4985-BBB5-581AF9F500CE}" sibTransId="{5C245C58-2243-49E2-98A8-437ED5995E93}"/>
    <dgm:cxn modelId="{D89DBEAA-4694-4819-BC38-A8820B66A8EE}" type="presOf" srcId="{A0398A06-9777-4905-B6D8-67D8205D224F}" destId="{CD8B1B07-3FD6-4C40-A4DE-4C3931AB7820}" srcOrd="0" destOrd="2" presId="urn:microsoft.com/office/officeart/2005/8/layout/hList1"/>
    <dgm:cxn modelId="{6EE1D615-FC77-4E68-845B-84A0DF2BF972}" srcId="{2041F93E-8180-4632-85D6-B05498F98389}" destId="{499CD55E-A42B-47D3-9289-8651C6AF226C}" srcOrd="0" destOrd="0" parTransId="{79559746-66CD-47B1-A433-B738B96F105F}" sibTransId="{9FF0E7B1-563C-4A24-9AD7-9262956B28E0}"/>
    <dgm:cxn modelId="{C36B089A-6AC6-41C5-AF0C-428ACDA32E55}" type="presOf" srcId="{46F7C0CE-9895-44F6-B95C-A3BB800192E5}" destId="{CD8B1B07-3FD6-4C40-A4DE-4C3931AB7820}" srcOrd="0" destOrd="1" presId="urn:microsoft.com/office/officeart/2005/8/layout/hList1"/>
    <dgm:cxn modelId="{F95A3F6D-A291-44FF-83A1-57722110969D}" type="presOf" srcId="{499CD55E-A42B-47D3-9289-8651C6AF226C}" destId="{CD8B1B07-3FD6-4C40-A4DE-4C3931AB7820}" srcOrd="0" destOrd="0" presId="urn:microsoft.com/office/officeart/2005/8/layout/hList1"/>
    <dgm:cxn modelId="{D1EF6166-14E0-4C14-A701-37B53C7028D4}" srcId="{2041F93E-8180-4632-85D6-B05498F98389}" destId="{A0398A06-9777-4905-B6D8-67D8205D224F}" srcOrd="2" destOrd="0" parTransId="{62835BF8-D16C-4EC3-9EE5-AD59B814A88A}" sibTransId="{3CF3E79E-AAAB-4A68-B458-8CDAE17E1B99}"/>
    <dgm:cxn modelId="{C97E4FEB-63BE-41BA-B388-6C1BB899DF86}" type="presParOf" srcId="{7098DA57-5002-4D9F-A06A-35D395828B1E}" destId="{5FDCAB52-C5C4-4A8B-AE9F-8E4A5E3247D1}" srcOrd="0" destOrd="0" presId="urn:microsoft.com/office/officeart/2005/8/layout/hList1"/>
    <dgm:cxn modelId="{73683AFF-961E-4C4D-AD9A-7A2B38A41B8A}" type="presParOf" srcId="{5FDCAB52-C5C4-4A8B-AE9F-8E4A5E3247D1}" destId="{5EE3C00B-B7D8-4594-B74E-0B875DE73E43}" srcOrd="0" destOrd="0" presId="urn:microsoft.com/office/officeart/2005/8/layout/hList1"/>
    <dgm:cxn modelId="{DB313CDC-1C87-4ACC-AE7F-607F072676B6}" type="presParOf" srcId="{5FDCAB52-C5C4-4A8B-AE9F-8E4A5E3247D1}" destId="{E40693AB-0965-4888-A1D9-D9144CEE02F3}" srcOrd="1" destOrd="0" presId="urn:microsoft.com/office/officeart/2005/8/layout/hList1"/>
    <dgm:cxn modelId="{23C06A57-4372-42EC-AAB9-37165062D049}" type="presParOf" srcId="{7098DA57-5002-4D9F-A06A-35D395828B1E}" destId="{D7FC5163-31B6-4003-889A-2143F493F40A}" srcOrd="1" destOrd="0" presId="urn:microsoft.com/office/officeart/2005/8/layout/hList1"/>
    <dgm:cxn modelId="{9C0CA7D4-A4AB-4140-998B-02348A1E97B9}" type="presParOf" srcId="{7098DA57-5002-4D9F-A06A-35D395828B1E}" destId="{A1DB7C06-CA0A-4198-9B80-6B72F1D0EC4B}" srcOrd="2" destOrd="0" presId="urn:microsoft.com/office/officeart/2005/8/layout/hList1"/>
    <dgm:cxn modelId="{4B22B337-FACC-4D37-9018-3D2EAA37A77D}" type="presParOf" srcId="{A1DB7C06-CA0A-4198-9B80-6B72F1D0EC4B}" destId="{6A089200-0F50-4C09-8FCF-BC12A95C3DC4}" srcOrd="0" destOrd="0" presId="urn:microsoft.com/office/officeart/2005/8/layout/hList1"/>
    <dgm:cxn modelId="{AAF77CBF-8EEC-47A9-A6B0-4A98032A932A}" type="presParOf" srcId="{A1DB7C06-CA0A-4198-9B80-6B72F1D0EC4B}" destId="{CD8B1B07-3FD6-4C40-A4DE-4C3931AB782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820F01C-B89C-4146-B3CE-47D543CF7F89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DF8C160-C666-46E1-9519-EE1BA8420C00}">
      <dgm:prSet custT="1"/>
      <dgm:spPr/>
      <dgm:t>
        <a:bodyPr/>
        <a:lstStyle/>
        <a:p>
          <a:r>
            <a:rPr lang="en-US" sz="2400">
              <a:latin typeface="Arial "/>
            </a:rPr>
            <a:t>User:</a:t>
          </a:r>
        </a:p>
      </dgm:t>
    </dgm:pt>
    <dgm:pt modelId="{D03B1926-5593-4A24-9BC7-A511876E6CF9}" type="parTrans" cxnId="{D6240E9F-556A-443D-A13A-34F494ACE700}">
      <dgm:prSet/>
      <dgm:spPr/>
      <dgm:t>
        <a:bodyPr/>
        <a:lstStyle/>
        <a:p>
          <a:endParaRPr lang="en-US"/>
        </a:p>
      </dgm:t>
    </dgm:pt>
    <dgm:pt modelId="{58939B33-A188-4D62-A41C-1FEB09084085}" type="sibTrans" cxnId="{D6240E9F-556A-443D-A13A-34F494ACE700}">
      <dgm:prSet/>
      <dgm:spPr/>
      <dgm:t>
        <a:bodyPr/>
        <a:lstStyle/>
        <a:p>
          <a:endParaRPr lang="en-US"/>
        </a:p>
      </dgm:t>
    </dgm:pt>
    <dgm:pt modelId="{C71CA00F-2300-45B8-96FB-F9C188F6F4D7}">
      <dgm:prSet custT="1"/>
      <dgm:spPr/>
      <dgm:t>
        <a:bodyPr/>
        <a:lstStyle/>
        <a:p>
          <a:r>
            <a:rPr lang="en-US" sz="2400">
              <a:latin typeface="Arial "/>
            </a:rPr>
            <a:t>Admin:</a:t>
          </a:r>
        </a:p>
      </dgm:t>
    </dgm:pt>
    <dgm:pt modelId="{9A0F4579-91F5-42B6-B2B4-7DB06CA9EB34}" type="parTrans" cxnId="{F7D5E0B0-6F05-42F2-BFF5-ACADFC96AB0F}">
      <dgm:prSet/>
      <dgm:spPr/>
      <dgm:t>
        <a:bodyPr/>
        <a:lstStyle/>
        <a:p>
          <a:endParaRPr lang="en-US"/>
        </a:p>
      </dgm:t>
    </dgm:pt>
    <dgm:pt modelId="{73E6BC27-733D-482B-B073-763123A7ED93}" type="sibTrans" cxnId="{F7D5E0B0-6F05-42F2-BFF5-ACADFC96AB0F}">
      <dgm:prSet/>
      <dgm:spPr/>
      <dgm:t>
        <a:bodyPr/>
        <a:lstStyle/>
        <a:p>
          <a:endParaRPr lang="en-US"/>
        </a:p>
      </dgm:t>
    </dgm:pt>
    <dgm:pt modelId="{7A86EFC7-A2BF-477B-8EAB-D9BCE0ED29EB}">
      <dgm:prSet custT="1"/>
      <dgm:spPr/>
      <dgm:t>
        <a:bodyPr/>
        <a:lstStyle/>
        <a:p>
          <a:pPr>
            <a:buNone/>
          </a:pPr>
          <a:r>
            <a:rPr lang="en-US" sz="2400" smtClean="0">
              <a:latin typeface="Arial "/>
            </a:rPr>
            <a:t>Tải lên tài liệu</a:t>
          </a:r>
          <a:endParaRPr lang="en-US" sz="2400">
            <a:latin typeface="Arial "/>
          </a:endParaRPr>
        </a:p>
      </dgm:t>
    </dgm:pt>
    <dgm:pt modelId="{05EA01B0-0933-4D8B-99A8-1FAAF833E766}" type="parTrans" cxnId="{5121A9A9-3304-4259-933D-F8ACBEA4EFB9}">
      <dgm:prSet/>
      <dgm:spPr/>
      <dgm:t>
        <a:bodyPr/>
        <a:lstStyle/>
        <a:p>
          <a:endParaRPr lang="en-US"/>
        </a:p>
      </dgm:t>
    </dgm:pt>
    <dgm:pt modelId="{54B63D80-7CE5-4D6A-A68E-3D6A6ED5D122}" type="sibTrans" cxnId="{5121A9A9-3304-4259-933D-F8ACBEA4EFB9}">
      <dgm:prSet/>
      <dgm:spPr/>
      <dgm:t>
        <a:bodyPr/>
        <a:lstStyle/>
        <a:p>
          <a:endParaRPr lang="en-US"/>
        </a:p>
      </dgm:t>
    </dgm:pt>
    <dgm:pt modelId="{E152CEC8-2730-4100-815C-3494AA0BD18A}">
      <dgm:prSet custT="1"/>
      <dgm:spPr/>
      <dgm:t>
        <a:bodyPr/>
        <a:lstStyle/>
        <a:p>
          <a:pPr>
            <a:buNone/>
          </a:pPr>
          <a:r>
            <a:rPr lang="en-US" sz="2400">
              <a:latin typeface="Arial "/>
            </a:rPr>
            <a:t>Quản lý </a:t>
          </a:r>
          <a:r>
            <a:rPr lang="en-US" sz="2400" smtClean="0">
              <a:latin typeface="Arial "/>
            </a:rPr>
            <a:t>tài liệu, người dùng, xem thống kê  hệ thống</a:t>
          </a:r>
          <a:endParaRPr lang="en-US" sz="2400">
            <a:latin typeface="Arial "/>
          </a:endParaRPr>
        </a:p>
      </dgm:t>
    </dgm:pt>
    <dgm:pt modelId="{867279F8-A467-4688-B721-37C89BD51D7B}" type="parTrans" cxnId="{9CCD6AAA-738C-4B8A-86F9-848C39D936D3}">
      <dgm:prSet/>
      <dgm:spPr/>
      <dgm:t>
        <a:bodyPr/>
        <a:lstStyle/>
        <a:p>
          <a:endParaRPr lang="en-US"/>
        </a:p>
      </dgm:t>
    </dgm:pt>
    <dgm:pt modelId="{BE65A730-E672-4C5B-9829-E57257C24AC4}" type="sibTrans" cxnId="{9CCD6AAA-738C-4B8A-86F9-848C39D936D3}">
      <dgm:prSet/>
      <dgm:spPr/>
      <dgm:t>
        <a:bodyPr/>
        <a:lstStyle/>
        <a:p>
          <a:endParaRPr lang="en-US"/>
        </a:p>
      </dgm:t>
    </dgm:pt>
    <dgm:pt modelId="{439B88AA-4EBC-4EAC-AF44-129EE924E449}">
      <dgm:prSet custT="1"/>
      <dgm:spPr/>
      <dgm:t>
        <a:bodyPr/>
        <a:lstStyle/>
        <a:p>
          <a:pPr>
            <a:buNone/>
          </a:pPr>
          <a:r>
            <a:rPr lang="en-US" sz="2400" smtClean="0">
              <a:latin typeface="Arial "/>
            </a:rPr>
            <a:t>Quản lý dự án bài giảng</a:t>
          </a:r>
          <a:endParaRPr lang="en-US" sz="2400">
            <a:latin typeface="Arial "/>
          </a:endParaRPr>
        </a:p>
      </dgm:t>
    </dgm:pt>
    <dgm:pt modelId="{19D3340C-36F0-4634-B835-EA349520DE44}" type="parTrans" cxnId="{02844456-6D53-40CD-B269-078BA1F05562}">
      <dgm:prSet/>
      <dgm:spPr/>
      <dgm:t>
        <a:bodyPr/>
        <a:lstStyle/>
        <a:p>
          <a:endParaRPr lang="en-US"/>
        </a:p>
      </dgm:t>
    </dgm:pt>
    <dgm:pt modelId="{C3BB9266-D552-4C44-839F-EE15F5423BDC}" type="sibTrans" cxnId="{02844456-6D53-40CD-B269-078BA1F05562}">
      <dgm:prSet/>
      <dgm:spPr/>
      <dgm:t>
        <a:bodyPr/>
        <a:lstStyle/>
        <a:p>
          <a:endParaRPr lang="en-US"/>
        </a:p>
      </dgm:t>
    </dgm:pt>
    <dgm:pt modelId="{705C2A1F-8E2B-49A1-9CD0-4D52137D0035}">
      <dgm:prSet custT="1"/>
      <dgm:spPr/>
      <dgm:t>
        <a:bodyPr/>
        <a:lstStyle/>
        <a:p>
          <a:pPr>
            <a:buNone/>
          </a:pPr>
          <a:r>
            <a:rPr lang="en-US" sz="2400" smtClean="0">
              <a:latin typeface="Arial "/>
            </a:rPr>
            <a:t>Tạo câu hỏi</a:t>
          </a:r>
          <a:endParaRPr lang="en-US" sz="2400">
            <a:latin typeface="Arial "/>
          </a:endParaRPr>
        </a:p>
      </dgm:t>
    </dgm:pt>
    <dgm:pt modelId="{2504AC58-B911-4465-A319-82F4386840CD}" type="parTrans" cxnId="{A28BA15A-C2CA-435A-A6FC-A69553B5833F}">
      <dgm:prSet/>
      <dgm:spPr/>
      <dgm:t>
        <a:bodyPr/>
        <a:lstStyle/>
        <a:p>
          <a:endParaRPr lang="en-US"/>
        </a:p>
      </dgm:t>
    </dgm:pt>
    <dgm:pt modelId="{0FD6D53F-116B-4EBD-A4DB-C52D372D0C77}" type="sibTrans" cxnId="{A28BA15A-C2CA-435A-A6FC-A69553B5833F}">
      <dgm:prSet/>
      <dgm:spPr/>
      <dgm:t>
        <a:bodyPr/>
        <a:lstStyle/>
        <a:p>
          <a:endParaRPr lang="en-US"/>
        </a:p>
      </dgm:t>
    </dgm:pt>
    <dgm:pt modelId="{F9DADB1A-B71E-433E-AB91-D99D88B1E93E}">
      <dgm:prSet custT="1"/>
      <dgm:spPr/>
      <dgm:t>
        <a:bodyPr/>
        <a:lstStyle/>
        <a:p>
          <a:pPr>
            <a:buNone/>
          </a:pPr>
          <a:r>
            <a:rPr lang="en-US" sz="2400" smtClean="0">
              <a:latin typeface="Arial "/>
            </a:rPr>
            <a:t>Xuất kết quả</a:t>
          </a:r>
          <a:endParaRPr lang="en-US" sz="2400">
            <a:latin typeface="Arial "/>
          </a:endParaRPr>
        </a:p>
      </dgm:t>
    </dgm:pt>
    <dgm:pt modelId="{DDE1237A-6D05-4FBE-B764-A2767B884D3C}" type="parTrans" cxnId="{59F39D3F-9481-4330-A258-9AEC936BBF87}">
      <dgm:prSet/>
      <dgm:spPr/>
      <dgm:t>
        <a:bodyPr/>
        <a:lstStyle/>
        <a:p>
          <a:endParaRPr lang="en-US"/>
        </a:p>
      </dgm:t>
    </dgm:pt>
    <dgm:pt modelId="{791D3A48-7501-4996-9687-A8B00950E554}" type="sibTrans" cxnId="{59F39D3F-9481-4330-A258-9AEC936BBF87}">
      <dgm:prSet/>
      <dgm:spPr/>
      <dgm:t>
        <a:bodyPr/>
        <a:lstStyle/>
        <a:p>
          <a:endParaRPr lang="en-US"/>
        </a:p>
      </dgm:t>
    </dgm:pt>
    <dgm:pt modelId="{4C361ECF-8DB4-4C86-A1E2-A8DA4616DC0C}">
      <dgm:prSet custT="1"/>
      <dgm:spPr/>
      <dgm:t>
        <a:bodyPr/>
        <a:lstStyle/>
        <a:p>
          <a:pPr>
            <a:buNone/>
          </a:pPr>
          <a:r>
            <a:rPr lang="en-US" sz="2400" smtClean="0">
              <a:latin typeface="Arial "/>
            </a:rPr>
            <a:t>Hỏi đáp tài liệu</a:t>
          </a:r>
          <a:endParaRPr lang="en-US" sz="2400">
            <a:latin typeface="Arial "/>
          </a:endParaRPr>
        </a:p>
      </dgm:t>
    </dgm:pt>
    <dgm:pt modelId="{EBBFE1BF-025C-40DF-968E-57486935B638}" type="parTrans" cxnId="{06B01FDC-CD18-4F77-BD9F-45AE05169C61}">
      <dgm:prSet/>
      <dgm:spPr/>
      <dgm:t>
        <a:bodyPr/>
        <a:lstStyle/>
        <a:p>
          <a:endParaRPr lang="en-US"/>
        </a:p>
      </dgm:t>
    </dgm:pt>
    <dgm:pt modelId="{CBBF3668-DCB1-4C6F-B9A6-ADE48B884E31}" type="sibTrans" cxnId="{06B01FDC-CD18-4F77-BD9F-45AE05169C61}">
      <dgm:prSet/>
      <dgm:spPr/>
      <dgm:t>
        <a:bodyPr/>
        <a:lstStyle/>
        <a:p>
          <a:endParaRPr lang="en-US"/>
        </a:p>
      </dgm:t>
    </dgm:pt>
    <dgm:pt modelId="{D9FD9C5D-66ED-4167-82BC-CEB4BEBF07E0}" type="pres">
      <dgm:prSet presAssocID="{B820F01C-B89C-4146-B3CE-47D543CF7F8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5E2CC20-F3CC-4BE9-846E-F8D3DEA3D197}" type="pres">
      <dgm:prSet presAssocID="{ADF8C160-C666-46E1-9519-EE1BA8420C00}" presName="parentLin" presStyleCnt="0"/>
      <dgm:spPr/>
    </dgm:pt>
    <dgm:pt modelId="{A2EE139B-42AA-4E95-856B-0CFA2DE5CC8E}" type="pres">
      <dgm:prSet presAssocID="{ADF8C160-C666-46E1-9519-EE1BA8420C00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BAA6E47A-EAE7-460E-B70E-2BBD832609B7}" type="pres">
      <dgm:prSet presAssocID="{ADF8C160-C666-46E1-9519-EE1BA8420C00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25C1F6-67A8-40B5-918B-0F57E4FDA1AF}" type="pres">
      <dgm:prSet presAssocID="{ADF8C160-C666-46E1-9519-EE1BA8420C00}" presName="negativeSpace" presStyleCnt="0"/>
      <dgm:spPr/>
    </dgm:pt>
    <dgm:pt modelId="{333CA5EC-5E59-4853-9FAF-0949264CD166}" type="pres">
      <dgm:prSet presAssocID="{ADF8C160-C666-46E1-9519-EE1BA8420C00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671A48-8453-45F2-B153-3BDF2EE623DD}" type="pres">
      <dgm:prSet presAssocID="{58939B33-A188-4D62-A41C-1FEB09084085}" presName="spaceBetweenRectangles" presStyleCnt="0"/>
      <dgm:spPr/>
    </dgm:pt>
    <dgm:pt modelId="{6686F133-CB43-454E-956F-6CF8C536C7B8}" type="pres">
      <dgm:prSet presAssocID="{C71CA00F-2300-45B8-96FB-F9C188F6F4D7}" presName="parentLin" presStyleCnt="0"/>
      <dgm:spPr/>
    </dgm:pt>
    <dgm:pt modelId="{BEFCB198-37FF-4F6A-863E-A684ADCE2F6A}" type="pres">
      <dgm:prSet presAssocID="{C71CA00F-2300-45B8-96FB-F9C188F6F4D7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CA7141B4-8AE9-4B2A-A720-1AD6C8C5938D}" type="pres">
      <dgm:prSet presAssocID="{C71CA00F-2300-45B8-96FB-F9C188F6F4D7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D6FBB7-6FCA-4658-A748-2C4D71FED80E}" type="pres">
      <dgm:prSet presAssocID="{C71CA00F-2300-45B8-96FB-F9C188F6F4D7}" presName="negativeSpace" presStyleCnt="0"/>
      <dgm:spPr/>
    </dgm:pt>
    <dgm:pt modelId="{8E73A191-5E1B-49D6-987E-11CA2BCDBD99}" type="pres">
      <dgm:prSet presAssocID="{C71CA00F-2300-45B8-96FB-F9C188F6F4D7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121A9A9-3304-4259-933D-F8ACBEA4EFB9}" srcId="{ADF8C160-C666-46E1-9519-EE1BA8420C00}" destId="{7A86EFC7-A2BF-477B-8EAB-D9BCE0ED29EB}" srcOrd="0" destOrd="0" parTransId="{05EA01B0-0933-4D8B-99A8-1FAAF833E766}" sibTransId="{54B63D80-7CE5-4D6A-A68E-3D6A6ED5D122}"/>
    <dgm:cxn modelId="{9CCD6AAA-738C-4B8A-86F9-848C39D936D3}" srcId="{C71CA00F-2300-45B8-96FB-F9C188F6F4D7}" destId="{E152CEC8-2730-4100-815C-3494AA0BD18A}" srcOrd="0" destOrd="0" parTransId="{867279F8-A467-4688-B721-37C89BD51D7B}" sibTransId="{BE65A730-E672-4C5B-9829-E57257C24AC4}"/>
    <dgm:cxn modelId="{FF269E10-5CAE-4739-97BA-45514B2BE91D}" type="presOf" srcId="{ADF8C160-C666-46E1-9519-EE1BA8420C00}" destId="{BAA6E47A-EAE7-460E-B70E-2BBD832609B7}" srcOrd="1" destOrd="0" presId="urn:microsoft.com/office/officeart/2005/8/layout/list1"/>
    <dgm:cxn modelId="{B38F8896-ED80-4EEA-8F16-A689D84ACC74}" type="presOf" srcId="{4C361ECF-8DB4-4C86-A1E2-A8DA4616DC0C}" destId="{333CA5EC-5E59-4853-9FAF-0949264CD166}" srcOrd="0" destOrd="4" presId="urn:microsoft.com/office/officeart/2005/8/layout/list1"/>
    <dgm:cxn modelId="{59F39D3F-9481-4330-A258-9AEC936BBF87}" srcId="{ADF8C160-C666-46E1-9519-EE1BA8420C00}" destId="{F9DADB1A-B71E-433E-AB91-D99D88B1E93E}" srcOrd="3" destOrd="0" parTransId="{DDE1237A-6D05-4FBE-B764-A2767B884D3C}" sibTransId="{791D3A48-7501-4996-9687-A8B00950E554}"/>
    <dgm:cxn modelId="{806B3140-89B8-4510-8FC7-36CB3DF334DF}" type="presOf" srcId="{F9DADB1A-B71E-433E-AB91-D99D88B1E93E}" destId="{333CA5EC-5E59-4853-9FAF-0949264CD166}" srcOrd="0" destOrd="3" presId="urn:microsoft.com/office/officeart/2005/8/layout/list1"/>
    <dgm:cxn modelId="{A28BA15A-C2CA-435A-A6FC-A69553B5833F}" srcId="{ADF8C160-C666-46E1-9519-EE1BA8420C00}" destId="{705C2A1F-8E2B-49A1-9CD0-4D52137D0035}" srcOrd="2" destOrd="0" parTransId="{2504AC58-B911-4465-A319-82F4386840CD}" sibTransId="{0FD6D53F-116B-4EBD-A4DB-C52D372D0C77}"/>
    <dgm:cxn modelId="{72345E88-5D4F-46DC-9ABF-9E4EBFBD9D9B}" type="presOf" srcId="{C71CA00F-2300-45B8-96FB-F9C188F6F4D7}" destId="{CA7141B4-8AE9-4B2A-A720-1AD6C8C5938D}" srcOrd="1" destOrd="0" presId="urn:microsoft.com/office/officeart/2005/8/layout/list1"/>
    <dgm:cxn modelId="{76D28A65-E92D-4B91-9071-9F906C498B18}" type="presOf" srcId="{7A86EFC7-A2BF-477B-8EAB-D9BCE0ED29EB}" destId="{333CA5EC-5E59-4853-9FAF-0949264CD166}" srcOrd="0" destOrd="0" presId="urn:microsoft.com/office/officeart/2005/8/layout/list1"/>
    <dgm:cxn modelId="{CECDA1B7-21B1-447F-A1D1-45E4AA2607AA}" type="presOf" srcId="{439B88AA-4EBC-4EAC-AF44-129EE924E449}" destId="{333CA5EC-5E59-4853-9FAF-0949264CD166}" srcOrd="0" destOrd="1" presId="urn:microsoft.com/office/officeart/2005/8/layout/list1"/>
    <dgm:cxn modelId="{F7D5E0B0-6F05-42F2-BFF5-ACADFC96AB0F}" srcId="{B820F01C-B89C-4146-B3CE-47D543CF7F89}" destId="{C71CA00F-2300-45B8-96FB-F9C188F6F4D7}" srcOrd="1" destOrd="0" parTransId="{9A0F4579-91F5-42B6-B2B4-7DB06CA9EB34}" sibTransId="{73E6BC27-733D-482B-B073-763123A7ED93}"/>
    <dgm:cxn modelId="{D6240E9F-556A-443D-A13A-34F494ACE700}" srcId="{B820F01C-B89C-4146-B3CE-47D543CF7F89}" destId="{ADF8C160-C666-46E1-9519-EE1BA8420C00}" srcOrd="0" destOrd="0" parTransId="{D03B1926-5593-4A24-9BC7-A511876E6CF9}" sibTransId="{58939B33-A188-4D62-A41C-1FEB09084085}"/>
    <dgm:cxn modelId="{02844456-6D53-40CD-B269-078BA1F05562}" srcId="{ADF8C160-C666-46E1-9519-EE1BA8420C00}" destId="{439B88AA-4EBC-4EAC-AF44-129EE924E449}" srcOrd="1" destOrd="0" parTransId="{19D3340C-36F0-4634-B835-EA349520DE44}" sibTransId="{C3BB9266-D552-4C44-839F-EE15F5423BDC}"/>
    <dgm:cxn modelId="{7040650F-4A23-43FF-AFA2-3AE8EFCDF72C}" type="presOf" srcId="{C71CA00F-2300-45B8-96FB-F9C188F6F4D7}" destId="{BEFCB198-37FF-4F6A-863E-A684ADCE2F6A}" srcOrd="0" destOrd="0" presId="urn:microsoft.com/office/officeart/2005/8/layout/list1"/>
    <dgm:cxn modelId="{50A39D22-7E02-4DD6-9B80-909F77EA29D1}" type="presOf" srcId="{E152CEC8-2730-4100-815C-3494AA0BD18A}" destId="{8E73A191-5E1B-49D6-987E-11CA2BCDBD99}" srcOrd="0" destOrd="0" presId="urn:microsoft.com/office/officeart/2005/8/layout/list1"/>
    <dgm:cxn modelId="{60B53C48-A4DB-4A7A-8A3E-B165D3EC30F9}" type="presOf" srcId="{705C2A1F-8E2B-49A1-9CD0-4D52137D0035}" destId="{333CA5EC-5E59-4853-9FAF-0949264CD166}" srcOrd="0" destOrd="2" presId="urn:microsoft.com/office/officeart/2005/8/layout/list1"/>
    <dgm:cxn modelId="{DEBCFF6E-C1FA-481C-9156-F9D18113E740}" type="presOf" srcId="{B820F01C-B89C-4146-B3CE-47D543CF7F89}" destId="{D9FD9C5D-66ED-4167-82BC-CEB4BEBF07E0}" srcOrd="0" destOrd="0" presId="urn:microsoft.com/office/officeart/2005/8/layout/list1"/>
    <dgm:cxn modelId="{C2305138-2B64-4FE4-8690-EAFD5AD0EFCC}" type="presOf" srcId="{ADF8C160-C666-46E1-9519-EE1BA8420C00}" destId="{A2EE139B-42AA-4E95-856B-0CFA2DE5CC8E}" srcOrd="0" destOrd="0" presId="urn:microsoft.com/office/officeart/2005/8/layout/list1"/>
    <dgm:cxn modelId="{06B01FDC-CD18-4F77-BD9F-45AE05169C61}" srcId="{ADF8C160-C666-46E1-9519-EE1BA8420C00}" destId="{4C361ECF-8DB4-4C86-A1E2-A8DA4616DC0C}" srcOrd="4" destOrd="0" parTransId="{EBBFE1BF-025C-40DF-968E-57486935B638}" sibTransId="{CBBF3668-DCB1-4C6F-B9A6-ADE48B884E31}"/>
    <dgm:cxn modelId="{BAD2E1CA-A851-4D38-9BBC-E7BD531BAFF0}" type="presParOf" srcId="{D9FD9C5D-66ED-4167-82BC-CEB4BEBF07E0}" destId="{95E2CC20-F3CC-4BE9-846E-F8D3DEA3D197}" srcOrd="0" destOrd="0" presId="urn:microsoft.com/office/officeart/2005/8/layout/list1"/>
    <dgm:cxn modelId="{EDF55B39-74C8-40F3-8B06-E4A9234E6F91}" type="presParOf" srcId="{95E2CC20-F3CC-4BE9-846E-F8D3DEA3D197}" destId="{A2EE139B-42AA-4E95-856B-0CFA2DE5CC8E}" srcOrd="0" destOrd="0" presId="urn:microsoft.com/office/officeart/2005/8/layout/list1"/>
    <dgm:cxn modelId="{1832C733-08E4-4C0C-8002-6C5BFE0E7E37}" type="presParOf" srcId="{95E2CC20-F3CC-4BE9-846E-F8D3DEA3D197}" destId="{BAA6E47A-EAE7-460E-B70E-2BBD832609B7}" srcOrd="1" destOrd="0" presId="urn:microsoft.com/office/officeart/2005/8/layout/list1"/>
    <dgm:cxn modelId="{C7BC5257-E0EE-48B2-983B-9784B32DCB21}" type="presParOf" srcId="{D9FD9C5D-66ED-4167-82BC-CEB4BEBF07E0}" destId="{AF25C1F6-67A8-40B5-918B-0F57E4FDA1AF}" srcOrd="1" destOrd="0" presId="urn:microsoft.com/office/officeart/2005/8/layout/list1"/>
    <dgm:cxn modelId="{5D0B7A3E-72B4-46BD-BC97-CBE83AE1A74F}" type="presParOf" srcId="{D9FD9C5D-66ED-4167-82BC-CEB4BEBF07E0}" destId="{333CA5EC-5E59-4853-9FAF-0949264CD166}" srcOrd="2" destOrd="0" presId="urn:microsoft.com/office/officeart/2005/8/layout/list1"/>
    <dgm:cxn modelId="{DEFBAD0A-0129-4BF6-A9C5-90BA7EEAE36E}" type="presParOf" srcId="{D9FD9C5D-66ED-4167-82BC-CEB4BEBF07E0}" destId="{D6671A48-8453-45F2-B153-3BDF2EE623DD}" srcOrd="3" destOrd="0" presId="urn:microsoft.com/office/officeart/2005/8/layout/list1"/>
    <dgm:cxn modelId="{2519BC02-BE49-4D9E-ADAC-0D513845E64F}" type="presParOf" srcId="{D9FD9C5D-66ED-4167-82BC-CEB4BEBF07E0}" destId="{6686F133-CB43-454E-956F-6CF8C536C7B8}" srcOrd="4" destOrd="0" presId="urn:microsoft.com/office/officeart/2005/8/layout/list1"/>
    <dgm:cxn modelId="{08FDD350-6D49-42DF-8783-0E283FC02D1B}" type="presParOf" srcId="{6686F133-CB43-454E-956F-6CF8C536C7B8}" destId="{BEFCB198-37FF-4F6A-863E-A684ADCE2F6A}" srcOrd="0" destOrd="0" presId="urn:microsoft.com/office/officeart/2005/8/layout/list1"/>
    <dgm:cxn modelId="{23B3B355-31A5-45B4-9FD2-4D4C119E1538}" type="presParOf" srcId="{6686F133-CB43-454E-956F-6CF8C536C7B8}" destId="{CA7141B4-8AE9-4B2A-A720-1AD6C8C5938D}" srcOrd="1" destOrd="0" presId="urn:microsoft.com/office/officeart/2005/8/layout/list1"/>
    <dgm:cxn modelId="{CAE16E04-CCAF-400B-92E7-E7A6B12F786F}" type="presParOf" srcId="{D9FD9C5D-66ED-4167-82BC-CEB4BEBF07E0}" destId="{4BD6FBB7-6FCA-4658-A748-2C4D71FED80E}" srcOrd="5" destOrd="0" presId="urn:microsoft.com/office/officeart/2005/8/layout/list1"/>
    <dgm:cxn modelId="{8CD6C707-22CF-47C1-82AE-0DE1161CA8E2}" type="presParOf" srcId="{D9FD9C5D-66ED-4167-82BC-CEB4BEBF07E0}" destId="{8E73A191-5E1B-49D6-987E-11CA2BCDBD9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820F01C-B89C-4146-B3CE-47D543CF7F89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DF8C160-C666-46E1-9519-EE1BA8420C00}">
      <dgm:prSet custT="1"/>
      <dgm:spPr/>
      <dgm:t>
        <a:bodyPr/>
        <a:lstStyle/>
        <a:p>
          <a:r>
            <a:rPr lang="en-US" sz="2400" smtClean="0">
              <a:latin typeface="Arial "/>
            </a:rPr>
            <a:t>Lợi ích của RAG</a:t>
          </a:r>
          <a:endParaRPr lang="en-US" sz="2400">
            <a:latin typeface="Arial "/>
          </a:endParaRPr>
        </a:p>
      </dgm:t>
    </dgm:pt>
    <dgm:pt modelId="{D03B1926-5593-4A24-9BC7-A511876E6CF9}" type="parTrans" cxnId="{D6240E9F-556A-443D-A13A-34F494ACE700}">
      <dgm:prSet/>
      <dgm:spPr/>
      <dgm:t>
        <a:bodyPr/>
        <a:lstStyle/>
        <a:p>
          <a:endParaRPr lang="en-US"/>
        </a:p>
      </dgm:t>
    </dgm:pt>
    <dgm:pt modelId="{58939B33-A188-4D62-A41C-1FEB09084085}" type="sibTrans" cxnId="{D6240E9F-556A-443D-A13A-34F494ACE700}">
      <dgm:prSet/>
      <dgm:spPr/>
      <dgm:t>
        <a:bodyPr/>
        <a:lstStyle/>
        <a:p>
          <a:endParaRPr lang="en-US"/>
        </a:p>
      </dgm:t>
    </dgm:pt>
    <dgm:pt modelId="{7A86EFC7-A2BF-477B-8EAB-D9BCE0ED29EB}">
      <dgm:prSet custT="1"/>
      <dgm:spPr/>
      <dgm:t>
        <a:bodyPr/>
        <a:lstStyle/>
        <a:p>
          <a:pPr>
            <a:lnSpc>
              <a:spcPct val="150000"/>
            </a:lnSpc>
            <a:buNone/>
          </a:pPr>
          <a:r>
            <a:rPr lang="vi-VN" sz="2200" smtClean="0">
              <a:latin typeface="Arial "/>
            </a:rPr>
            <a:t>Bám sát đề cương</a:t>
          </a:r>
          <a:endParaRPr lang="en-US" sz="2200">
            <a:latin typeface="Arial "/>
          </a:endParaRPr>
        </a:p>
      </dgm:t>
    </dgm:pt>
    <dgm:pt modelId="{05EA01B0-0933-4D8B-99A8-1FAAF833E766}" type="parTrans" cxnId="{5121A9A9-3304-4259-933D-F8ACBEA4EFB9}">
      <dgm:prSet/>
      <dgm:spPr/>
      <dgm:t>
        <a:bodyPr/>
        <a:lstStyle/>
        <a:p>
          <a:endParaRPr lang="en-US"/>
        </a:p>
      </dgm:t>
    </dgm:pt>
    <dgm:pt modelId="{54B63D80-7CE5-4D6A-A68E-3D6A6ED5D122}" type="sibTrans" cxnId="{5121A9A9-3304-4259-933D-F8ACBEA4EFB9}">
      <dgm:prSet/>
      <dgm:spPr/>
      <dgm:t>
        <a:bodyPr/>
        <a:lstStyle/>
        <a:p>
          <a:endParaRPr lang="en-US"/>
        </a:p>
      </dgm:t>
    </dgm:pt>
    <dgm:pt modelId="{03B5A94F-4DC9-4C6A-9A08-85E18C3F2B7C}">
      <dgm:prSet custT="1"/>
      <dgm:spPr/>
      <dgm:t>
        <a:bodyPr/>
        <a:lstStyle/>
        <a:p>
          <a:pPr>
            <a:lnSpc>
              <a:spcPct val="150000"/>
            </a:lnSpc>
            <a:buNone/>
          </a:pPr>
          <a:r>
            <a:rPr lang="vi-VN" sz="2200" smtClean="0">
              <a:latin typeface="Arial "/>
            </a:rPr>
            <a:t>Có trích dẫn nguồn</a:t>
          </a:r>
          <a:endParaRPr lang="en-US" sz="2200">
            <a:latin typeface="Arial "/>
          </a:endParaRPr>
        </a:p>
      </dgm:t>
    </dgm:pt>
    <dgm:pt modelId="{9149AFE0-D967-4EEB-87BA-9D27D595D135}" type="parTrans" cxnId="{F07C2DDF-940F-4989-AC6E-62E879DB600E}">
      <dgm:prSet/>
      <dgm:spPr/>
      <dgm:t>
        <a:bodyPr/>
        <a:lstStyle/>
        <a:p>
          <a:endParaRPr lang="en-US"/>
        </a:p>
      </dgm:t>
    </dgm:pt>
    <dgm:pt modelId="{39FA960B-F130-43B1-9FF4-DEB3A66A71F0}" type="sibTrans" cxnId="{F07C2DDF-940F-4989-AC6E-62E879DB600E}">
      <dgm:prSet/>
      <dgm:spPr/>
      <dgm:t>
        <a:bodyPr/>
        <a:lstStyle/>
        <a:p>
          <a:endParaRPr lang="en-US"/>
        </a:p>
      </dgm:t>
    </dgm:pt>
    <dgm:pt modelId="{A9300806-85A2-4B3C-A3BC-B1A977046693}">
      <dgm:prSet custT="1"/>
      <dgm:spPr/>
      <dgm:t>
        <a:bodyPr/>
        <a:lstStyle/>
        <a:p>
          <a:pPr>
            <a:lnSpc>
              <a:spcPct val="150000"/>
            </a:lnSpc>
            <a:buNone/>
          </a:pPr>
          <a:r>
            <a:rPr lang="vi-VN" sz="2200" smtClean="0">
              <a:latin typeface="Arial "/>
            </a:rPr>
            <a:t>Giảm Hallucination</a:t>
          </a:r>
          <a:endParaRPr lang="en-US" sz="2200">
            <a:latin typeface="Arial "/>
          </a:endParaRPr>
        </a:p>
      </dgm:t>
    </dgm:pt>
    <dgm:pt modelId="{8DEB6A1D-DC8D-4EBD-86D6-E1F893E52953}" type="parTrans" cxnId="{2F12A2FC-BCB6-4149-897D-8F3759EFE588}">
      <dgm:prSet/>
      <dgm:spPr/>
      <dgm:t>
        <a:bodyPr/>
        <a:lstStyle/>
        <a:p>
          <a:endParaRPr lang="en-US"/>
        </a:p>
      </dgm:t>
    </dgm:pt>
    <dgm:pt modelId="{7CE56F68-B078-4D10-8DCA-7B3CA227161E}" type="sibTrans" cxnId="{2F12A2FC-BCB6-4149-897D-8F3759EFE588}">
      <dgm:prSet/>
      <dgm:spPr/>
      <dgm:t>
        <a:bodyPr/>
        <a:lstStyle/>
        <a:p>
          <a:endParaRPr lang="en-US"/>
        </a:p>
      </dgm:t>
    </dgm:pt>
    <dgm:pt modelId="{99791EF4-9E51-444F-A33C-627FF2BAB534}">
      <dgm:prSet custT="1"/>
      <dgm:spPr/>
      <dgm:t>
        <a:bodyPr/>
        <a:lstStyle/>
        <a:p>
          <a:pPr>
            <a:lnSpc>
              <a:spcPct val="150000"/>
            </a:lnSpc>
            <a:buNone/>
          </a:pPr>
          <a:r>
            <a:rPr lang="vi-VN" sz="2200" smtClean="0">
              <a:latin typeface="Arial "/>
            </a:rPr>
            <a:t>Dựa trên tài liệu</a:t>
          </a:r>
          <a:endParaRPr lang="en-US" sz="2200">
            <a:latin typeface="Arial "/>
          </a:endParaRPr>
        </a:p>
      </dgm:t>
    </dgm:pt>
    <dgm:pt modelId="{208014E1-3119-4408-B6E3-4187EBC56942}" type="parTrans" cxnId="{F568BC78-5F8C-452E-9704-DDDB2207E094}">
      <dgm:prSet/>
      <dgm:spPr/>
      <dgm:t>
        <a:bodyPr/>
        <a:lstStyle/>
        <a:p>
          <a:endParaRPr lang="en-US"/>
        </a:p>
      </dgm:t>
    </dgm:pt>
    <dgm:pt modelId="{2D4FADF0-0900-4F83-9BA1-0F834360A20D}" type="sibTrans" cxnId="{F568BC78-5F8C-452E-9704-DDDB2207E094}">
      <dgm:prSet/>
      <dgm:spPr/>
      <dgm:t>
        <a:bodyPr/>
        <a:lstStyle/>
        <a:p>
          <a:endParaRPr lang="en-US"/>
        </a:p>
      </dgm:t>
    </dgm:pt>
    <dgm:pt modelId="{D9FD9C5D-66ED-4167-82BC-CEB4BEBF07E0}" type="pres">
      <dgm:prSet presAssocID="{B820F01C-B89C-4146-B3CE-47D543CF7F8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5E2CC20-F3CC-4BE9-846E-F8D3DEA3D197}" type="pres">
      <dgm:prSet presAssocID="{ADF8C160-C666-46E1-9519-EE1BA8420C00}" presName="parentLin" presStyleCnt="0"/>
      <dgm:spPr/>
    </dgm:pt>
    <dgm:pt modelId="{A2EE139B-42AA-4E95-856B-0CFA2DE5CC8E}" type="pres">
      <dgm:prSet presAssocID="{ADF8C160-C666-46E1-9519-EE1BA8420C00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BAA6E47A-EAE7-460E-B70E-2BBD832609B7}" type="pres">
      <dgm:prSet presAssocID="{ADF8C160-C666-46E1-9519-EE1BA8420C00}" presName="parentText" presStyleLbl="node1" presStyleIdx="0" presStyleCnt="1" custScaleX="714460" custScaleY="61654" custLinFactX="24161" custLinFactNeighborX="100000" custLinFactNeighborY="-1910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25C1F6-67A8-40B5-918B-0F57E4FDA1AF}" type="pres">
      <dgm:prSet presAssocID="{ADF8C160-C666-46E1-9519-EE1BA8420C00}" presName="negativeSpace" presStyleCnt="0"/>
      <dgm:spPr/>
    </dgm:pt>
    <dgm:pt modelId="{333CA5EC-5E59-4853-9FAF-0949264CD166}" type="pres">
      <dgm:prSet presAssocID="{ADF8C160-C666-46E1-9519-EE1BA8420C00}" presName="childText" presStyleLbl="conFgAcc1" presStyleIdx="0" presStyleCnt="1" custLinFactNeighborX="0" custLinFactNeighborY="-4003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128607C-9925-4EBC-AA07-72CF5D628514}" type="presOf" srcId="{ADF8C160-C666-46E1-9519-EE1BA8420C00}" destId="{A2EE139B-42AA-4E95-856B-0CFA2DE5CC8E}" srcOrd="0" destOrd="0" presId="urn:microsoft.com/office/officeart/2005/8/layout/list1"/>
    <dgm:cxn modelId="{5121A9A9-3304-4259-933D-F8ACBEA4EFB9}" srcId="{ADF8C160-C666-46E1-9519-EE1BA8420C00}" destId="{7A86EFC7-A2BF-477B-8EAB-D9BCE0ED29EB}" srcOrd="0" destOrd="0" parTransId="{05EA01B0-0933-4D8B-99A8-1FAAF833E766}" sibTransId="{54B63D80-7CE5-4D6A-A68E-3D6A6ED5D122}"/>
    <dgm:cxn modelId="{F568BC78-5F8C-452E-9704-DDDB2207E094}" srcId="{ADF8C160-C666-46E1-9519-EE1BA8420C00}" destId="{99791EF4-9E51-444F-A33C-627FF2BAB534}" srcOrd="1" destOrd="0" parTransId="{208014E1-3119-4408-B6E3-4187EBC56942}" sibTransId="{2D4FADF0-0900-4F83-9BA1-0F834360A20D}"/>
    <dgm:cxn modelId="{EBE88596-B02D-4B78-9071-5AE706975EC0}" type="presOf" srcId="{03B5A94F-4DC9-4C6A-9A08-85E18C3F2B7C}" destId="{333CA5EC-5E59-4853-9FAF-0949264CD166}" srcOrd="0" destOrd="2" presId="urn:microsoft.com/office/officeart/2005/8/layout/list1"/>
    <dgm:cxn modelId="{2F12A2FC-BCB6-4149-897D-8F3759EFE588}" srcId="{ADF8C160-C666-46E1-9519-EE1BA8420C00}" destId="{A9300806-85A2-4B3C-A3BC-B1A977046693}" srcOrd="3" destOrd="0" parTransId="{8DEB6A1D-DC8D-4EBD-86D6-E1F893E52953}" sibTransId="{7CE56F68-B078-4D10-8DCA-7B3CA227161E}"/>
    <dgm:cxn modelId="{204C1FF5-9C43-437C-9B3C-52962202F368}" type="presOf" srcId="{ADF8C160-C666-46E1-9519-EE1BA8420C00}" destId="{BAA6E47A-EAE7-460E-B70E-2BBD832609B7}" srcOrd="1" destOrd="0" presId="urn:microsoft.com/office/officeart/2005/8/layout/list1"/>
    <dgm:cxn modelId="{D7AF9F9A-6324-4CE6-AE1E-B78A9C194A9D}" type="presOf" srcId="{A9300806-85A2-4B3C-A3BC-B1A977046693}" destId="{333CA5EC-5E59-4853-9FAF-0949264CD166}" srcOrd="0" destOrd="3" presId="urn:microsoft.com/office/officeart/2005/8/layout/list1"/>
    <dgm:cxn modelId="{0002C1E2-3AD4-4831-93BF-DE200AE698B6}" type="presOf" srcId="{7A86EFC7-A2BF-477B-8EAB-D9BCE0ED29EB}" destId="{333CA5EC-5E59-4853-9FAF-0949264CD166}" srcOrd="0" destOrd="0" presId="urn:microsoft.com/office/officeart/2005/8/layout/list1"/>
    <dgm:cxn modelId="{D6240E9F-556A-443D-A13A-34F494ACE700}" srcId="{B820F01C-B89C-4146-B3CE-47D543CF7F89}" destId="{ADF8C160-C666-46E1-9519-EE1BA8420C00}" srcOrd="0" destOrd="0" parTransId="{D03B1926-5593-4A24-9BC7-A511876E6CF9}" sibTransId="{58939B33-A188-4D62-A41C-1FEB09084085}"/>
    <dgm:cxn modelId="{07B6A9A9-2826-4EAF-9388-D2AF0F6A159A}" type="presOf" srcId="{99791EF4-9E51-444F-A33C-627FF2BAB534}" destId="{333CA5EC-5E59-4853-9FAF-0949264CD166}" srcOrd="0" destOrd="1" presId="urn:microsoft.com/office/officeart/2005/8/layout/list1"/>
    <dgm:cxn modelId="{400ACDEA-112C-4A61-A58C-AB6103F1E8BF}" type="presOf" srcId="{B820F01C-B89C-4146-B3CE-47D543CF7F89}" destId="{D9FD9C5D-66ED-4167-82BC-CEB4BEBF07E0}" srcOrd="0" destOrd="0" presId="urn:microsoft.com/office/officeart/2005/8/layout/list1"/>
    <dgm:cxn modelId="{F07C2DDF-940F-4989-AC6E-62E879DB600E}" srcId="{ADF8C160-C666-46E1-9519-EE1BA8420C00}" destId="{03B5A94F-4DC9-4C6A-9A08-85E18C3F2B7C}" srcOrd="2" destOrd="0" parTransId="{9149AFE0-D967-4EEB-87BA-9D27D595D135}" sibTransId="{39FA960B-F130-43B1-9FF4-DEB3A66A71F0}"/>
    <dgm:cxn modelId="{E112A4AC-0680-4E5B-ABA6-E723F5BEF3E2}" type="presParOf" srcId="{D9FD9C5D-66ED-4167-82BC-CEB4BEBF07E0}" destId="{95E2CC20-F3CC-4BE9-846E-F8D3DEA3D197}" srcOrd="0" destOrd="0" presId="urn:microsoft.com/office/officeart/2005/8/layout/list1"/>
    <dgm:cxn modelId="{59591CD5-C5B0-43B2-A058-6C3B1F28FB66}" type="presParOf" srcId="{95E2CC20-F3CC-4BE9-846E-F8D3DEA3D197}" destId="{A2EE139B-42AA-4E95-856B-0CFA2DE5CC8E}" srcOrd="0" destOrd="0" presId="urn:microsoft.com/office/officeart/2005/8/layout/list1"/>
    <dgm:cxn modelId="{96FEAA97-A35D-4345-BBB8-D6A836C40733}" type="presParOf" srcId="{95E2CC20-F3CC-4BE9-846E-F8D3DEA3D197}" destId="{BAA6E47A-EAE7-460E-B70E-2BBD832609B7}" srcOrd="1" destOrd="0" presId="urn:microsoft.com/office/officeart/2005/8/layout/list1"/>
    <dgm:cxn modelId="{64F9C377-18FA-4DB9-A1E3-5C8CAF1D56BB}" type="presParOf" srcId="{D9FD9C5D-66ED-4167-82BC-CEB4BEBF07E0}" destId="{AF25C1F6-67A8-40B5-918B-0F57E4FDA1AF}" srcOrd="1" destOrd="0" presId="urn:microsoft.com/office/officeart/2005/8/layout/list1"/>
    <dgm:cxn modelId="{68AD3629-623A-41DC-BC30-9BBD96DDD01D}" type="presParOf" srcId="{D9FD9C5D-66ED-4167-82BC-CEB4BEBF07E0}" destId="{333CA5EC-5E59-4853-9FAF-0949264CD166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820F01C-B89C-4146-B3CE-47D543CF7F89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A86EFC7-A2BF-477B-8EAB-D9BCE0ED29EB}">
      <dgm:prSet custT="1"/>
      <dgm:spPr/>
      <dgm:t>
        <a:bodyPr/>
        <a:lstStyle/>
        <a:p>
          <a:pPr>
            <a:lnSpc>
              <a:spcPct val="150000"/>
            </a:lnSpc>
            <a:buNone/>
          </a:pPr>
          <a:r>
            <a:rPr lang="en-US" sz="1500" smtClean="0">
              <a:latin typeface="Arial "/>
            </a:rPr>
            <a:t>Frontend: ReactJS + Vite</a:t>
          </a:r>
          <a:endParaRPr lang="en-US" sz="1500">
            <a:latin typeface="Arial "/>
          </a:endParaRPr>
        </a:p>
      </dgm:t>
    </dgm:pt>
    <dgm:pt modelId="{54B63D80-7CE5-4D6A-A68E-3D6A6ED5D122}" type="sibTrans" cxnId="{5121A9A9-3304-4259-933D-F8ACBEA4EFB9}">
      <dgm:prSet/>
      <dgm:spPr/>
      <dgm:t>
        <a:bodyPr/>
        <a:lstStyle/>
        <a:p>
          <a:endParaRPr lang="en-US"/>
        </a:p>
      </dgm:t>
    </dgm:pt>
    <dgm:pt modelId="{05EA01B0-0933-4D8B-99A8-1FAAF833E766}" type="parTrans" cxnId="{5121A9A9-3304-4259-933D-F8ACBEA4EFB9}">
      <dgm:prSet/>
      <dgm:spPr/>
      <dgm:t>
        <a:bodyPr/>
        <a:lstStyle/>
        <a:p>
          <a:endParaRPr lang="en-US"/>
        </a:p>
      </dgm:t>
    </dgm:pt>
    <dgm:pt modelId="{ADF8C160-C666-46E1-9519-EE1BA8420C00}">
      <dgm:prSet custT="1"/>
      <dgm:spPr/>
      <dgm:t>
        <a:bodyPr/>
        <a:lstStyle/>
        <a:p>
          <a:r>
            <a:rPr lang="en-US" sz="2200" smtClean="0">
              <a:latin typeface="Arial "/>
            </a:rPr>
            <a:t>Kiến trúc triển khai</a:t>
          </a:r>
          <a:endParaRPr lang="en-US" sz="2200">
            <a:latin typeface="Arial "/>
          </a:endParaRPr>
        </a:p>
      </dgm:t>
    </dgm:pt>
    <dgm:pt modelId="{58939B33-A188-4D62-A41C-1FEB09084085}" type="sibTrans" cxnId="{D6240E9F-556A-443D-A13A-34F494ACE700}">
      <dgm:prSet/>
      <dgm:spPr/>
      <dgm:t>
        <a:bodyPr/>
        <a:lstStyle/>
        <a:p>
          <a:endParaRPr lang="en-US"/>
        </a:p>
      </dgm:t>
    </dgm:pt>
    <dgm:pt modelId="{D03B1926-5593-4A24-9BC7-A511876E6CF9}" type="parTrans" cxnId="{D6240E9F-556A-443D-A13A-34F494ACE700}">
      <dgm:prSet/>
      <dgm:spPr/>
      <dgm:t>
        <a:bodyPr/>
        <a:lstStyle/>
        <a:p>
          <a:endParaRPr lang="en-US"/>
        </a:p>
      </dgm:t>
    </dgm:pt>
    <dgm:pt modelId="{819B46DB-6C2A-4F0D-9592-9313B1A88DC8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500">
              <a:latin typeface="Arial "/>
            </a:rPr>
            <a:t>Backend: FastAPI</a:t>
          </a:r>
        </a:p>
      </dgm:t>
    </dgm:pt>
    <dgm:pt modelId="{8455D939-67FE-4D26-BA70-FF8410048061}" type="parTrans" cxnId="{71DCA74D-8DDB-44CE-A12E-F9986389A08C}">
      <dgm:prSet/>
      <dgm:spPr/>
      <dgm:t>
        <a:bodyPr/>
        <a:lstStyle/>
        <a:p>
          <a:endParaRPr lang="en-US"/>
        </a:p>
      </dgm:t>
    </dgm:pt>
    <dgm:pt modelId="{256B7880-A1A7-4347-AF74-6FA8761C5ACE}" type="sibTrans" cxnId="{71DCA74D-8DDB-44CE-A12E-F9986389A08C}">
      <dgm:prSet/>
      <dgm:spPr/>
      <dgm:t>
        <a:bodyPr/>
        <a:lstStyle/>
        <a:p>
          <a:endParaRPr lang="en-US"/>
        </a:p>
      </dgm:t>
    </dgm:pt>
    <dgm:pt modelId="{591ECC5B-5CD0-4F7C-942D-51C9DAD7E3BF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500">
              <a:latin typeface="Arial "/>
            </a:rPr>
            <a:t>Application Database: </a:t>
          </a:r>
          <a:r>
            <a:rPr lang="en-US" sz="1500" smtClean="0">
              <a:latin typeface="Arial "/>
            </a:rPr>
            <a:t>PostgreSQL</a:t>
          </a:r>
          <a:endParaRPr lang="en-US" sz="1500">
            <a:latin typeface="Arial "/>
          </a:endParaRPr>
        </a:p>
      </dgm:t>
    </dgm:pt>
    <dgm:pt modelId="{A26BC2E1-EE2B-4362-92C4-44A06F2D85EF}" type="parTrans" cxnId="{5C8F7FF1-95D9-40A8-A007-D5C0163C4463}">
      <dgm:prSet/>
      <dgm:spPr/>
      <dgm:t>
        <a:bodyPr/>
        <a:lstStyle/>
        <a:p>
          <a:endParaRPr lang="en-US"/>
        </a:p>
      </dgm:t>
    </dgm:pt>
    <dgm:pt modelId="{8EADAB8C-EBAB-427F-95BE-43B96F100962}" type="sibTrans" cxnId="{5C8F7FF1-95D9-40A8-A007-D5C0163C4463}">
      <dgm:prSet/>
      <dgm:spPr/>
      <dgm:t>
        <a:bodyPr/>
        <a:lstStyle/>
        <a:p>
          <a:endParaRPr lang="en-US"/>
        </a:p>
      </dgm:t>
    </dgm:pt>
    <dgm:pt modelId="{2968FFA5-5128-418F-94F6-C2C05D54E353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500">
              <a:latin typeface="Arial "/>
            </a:rPr>
            <a:t>Vector Database: Qdrant</a:t>
          </a:r>
        </a:p>
      </dgm:t>
    </dgm:pt>
    <dgm:pt modelId="{DB4AC3E4-C514-460E-821D-716D5CEF831F}" type="parTrans" cxnId="{9F5A8FD7-C92F-48B4-B127-796CFD609644}">
      <dgm:prSet/>
      <dgm:spPr/>
      <dgm:t>
        <a:bodyPr/>
        <a:lstStyle/>
        <a:p>
          <a:endParaRPr lang="en-US"/>
        </a:p>
      </dgm:t>
    </dgm:pt>
    <dgm:pt modelId="{85BE8A1A-9AC9-4550-877D-0C8CA3D6F6C4}" type="sibTrans" cxnId="{9F5A8FD7-C92F-48B4-B127-796CFD609644}">
      <dgm:prSet/>
      <dgm:spPr/>
      <dgm:t>
        <a:bodyPr/>
        <a:lstStyle/>
        <a:p>
          <a:endParaRPr lang="en-US"/>
        </a:p>
      </dgm:t>
    </dgm:pt>
    <dgm:pt modelId="{EA4D4725-576A-4638-8421-A99DD6F08115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500">
              <a:latin typeface="Arial "/>
            </a:rPr>
            <a:t>LLM: Gemini API</a:t>
          </a:r>
        </a:p>
      </dgm:t>
    </dgm:pt>
    <dgm:pt modelId="{FEF0D118-80B3-40E3-8D97-97DB5B6CDA54}" type="parTrans" cxnId="{1E743142-7233-4E4D-95AD-F29C72363BCD}">
      <dgm:prSet/>
      <dgm:spPr/>
      <dgm:t>
        <a:bodyPr/>
        <a:lstStyle/>
        <a:p>
          <a:endParaRPr lang="en-US"/>
        </a:p>
      </dgm:t>
    </dgm:pt>
    <dgm:pt modelId="{602E6C38-3019-425E-A5F6-F9AD9E72BB25}" type="sibTrans" cxnId="{1E743142-7233-4E4D-95AD-F29C72363BCD}">
      <dgm:prSet/>
      <dgm:spPr/>
      <dgm:t>
        <a:bodyPr/>
        <a:lstStyle/>
        <a:p>
          <a:endParaRPr lang="en-US"/>
        </a:p>
      </dgm:t>
    </dgm:pt>
    <dgm:pt modelId="{5F685AFE-85B6-4412-8897-F65A01DE62B6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500" smtClean="0">
              <a:latin typeface="Arial "/>
            </a:rPr>
            <a:t>Container: Docker</a:t>
          </a:r>
          <a:endParaRPr lang="en-US" sz="1500">
            <a:latin typeface="Arial "/>
          </a:endParaRPr>
        </a:p>
      </dgm:t>
    </dgm:pt>
    <dgm:pt modelId="{BBA7805E-A46D-429D-A833-C17BD4604FB1}" type="parTrans" cxnId="{63A65D2D-04CC-414B-ADC9-4AC07741F168}">
      <dgm:prSet/>
      <dgm:spPr/>
      <dgm:t>
        <a:bodyPr/>
        <a:lstStyle/>
        <a:p>
          <a:endParaRPr lang="en-US"/>
        </a:p>
      </dgm:t>
    </dgm:pt>
    <dgm:pt modelId="{E68F9E1C-882C-4844-A74D-570676DF9045}" type="sibTrans" cxnId="{63A65D2D-04CC-414B-ADC9-4AC07741F168}">
      <dgm:prSet/>
      <dgm:spPr/>
      <dgm:t>
        <a:bodyPr/>
        <a:lstStyle/>
        <a:p>
          <a:endParaRPr lang="en-US"/>
        </a:p>
      </dgm:t>
    </dgm:pt>
    <dgm:pt modelId="{D9FD9C5D-66ED-4167-82BC-CEB4BEBF07E0}" type="pres">
      <dgm:prSet presAssocID="{B820F01C-B89C-4146-B3CE-47D543CF7F8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5E2CC20-F3CC-4BE9-846E-F8D3DEA3D197}" type="pres">
      <dgm:prSet presAssocID="{ADF8C160-C666-46E1-9519-EE1BA8420C00}" presName="parentLin" presStyleCnt="0"/>
      <dgm:spPr/>
    </dgm:pt>
    <dgm:pt modelId="{A2EE139B-42AA-4E95-856B-0CFA2DE5CC8E}" type="pres">
      <dgm:prSet presAssocID="{ADF8C160-C666-46E1-9519-EE1BA8420C00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BAA6E47A-EAE7-460E-B70E-2BBD832609B7}" type="pres">
      <dgm:prSet presAssocID="{ADF8C160-C666-46E1-9519-EE1BA8420C00}" presName="parentText" presStyleLbl="node1" presStyleIdx="0" presStyleCnt="1" custScaleX="714460" custScaleY="59420" custLinFactNeighborX="11144" custLinFactNeighborY="1528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25C1F6-67A8-40B5-918B-0F57E4FDA1AF}" type="pres">
      <dgm:prSet presAssocID="{ADF8C160-C666-46E1-9519-EE1BA8420C00}" presName="negativeSpace" presStyleCnt="0"/>
      <dgm:spPr/>
    </dgm:pt>
    <dgm:pt modelId="{333CA5EC-5E59-4853-9FAF-0949264CD166}" type="pres">
      <dgm:prSet presAssocID="{ADF8C160-C666-46E1-9519-EE1BA8420C00}" presName="childText" presStyleLbl="conFgAcc1" presStyleIdx="0" presStyleCnt="1" custLinFactNeighborY="3095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C3B222C-7F61-4755-BFA1-8A160FFD1EDE}" type="presOf" srcId="{591ECC5B-5CD0-4F7C-942D-51C9DAD7E3BF}" destId="{333CA5EC-5E59-4853-9FAF-0949264CD166}" srcOrd="0" destOrd="2" presId="urn:microsoft.com/office/officeart/2005/8/layout/list1"/>
    <dgm:cxn modelId="{5121A9A9-3304-4259-933D-F8ACBEA4EFB9}" srcId="{ADF8C160-C666-46E1-9519-EE1BA8420C00}" destId="{7A86EFC7-A2BF-477B-8EAB-D9BCE0ED29EB}" srcOrd="0" destOrd="0" parTransId="{05EA01B0-0933-4D8B-99A8-1FAAF833E766}" sibTransId="{54B63D80-7CE5-4D6A-A68E-3D6A6ED5D122}"/>
    <dgm:cxn modelId="{A9061701-C29C-401C-B9C4-14EC0D41477E}" type="presOf" srcId="{7A86EFC7-A2BF-477B-8EAB-D9BCE0ED29EB}" destId="{333CA5EC-5E59-4853-9FAF-0949264CD166}" srcOrd="0" destOrd="0" presId="urn:microsoft.com/office/officeart/2005/8/layout/list1"/>
    <dgm:cxn modelId="{9F5A8FD7-C92F-48B4-B127-796CFD609644}" srcId="{ADF8C160-C666-46E1-9519-EE1BA8420C00}" destId="{2968FFA5-5128-418F-94F6-C2C05D54E353}" srcOrd="3" destOrd="0" parTransId="{DB4AC3E4-C514-460E-821D-716D5CEF831F}" sibTransId="{85BE8A1A-9AC9-4550-877D-0C8CA3D6F6C4}"/>
    <dgm:cxn modelId="{8ABA1A1F-4F2C-40D7-A2A1-889D1DEF444E}" type="presOf" srcId="{ADF8C160-C666-46E1-9519-EE1BA8420C00}" destId="{BAA6E47A-EAE7-460E-B70E-2BBD832609B7}" srcOrd="1" destOrd="0" presId="urn:microsoft.com/office/officeart/2005/8/layout/list1"/>
    <dgm:cxn modelId="{6F76C687-7293-4C4E-9FAF-F0E690BAAB93}" type="presOf" srcId="{B820F01C-B89C-4146-B3CE-47D543CF7F89}" destId="{D9FD9C5D-66ED-4167-82BC-CEB4BEBF07E0}" srcOrd="0" destOrd="0" presId="urn:microsoft.com/office/officeart/2005/8/layout/list1"/>
    <dgm:cxn modelId="{CE3BA273-20A2-413E-98FF-BEEC3AD4EDAE}" type="presOf" srcId="{EA4D4725-576A-4638-8421-A99DD6F08115}" destId="{333CA5EC-5E59-4853-9FAF-0949264CD166}" srcOrd="0" destOrd="4" presId="urn:microsoft.com/office/officeart/2005/8/layout/list1"/>
    <dgm:cxn modelId="{71DCA74D-8DDB-44CE-A12E-F9986389A08C}" srcId="{ADF8C160-C666-46E1-9519-EE1BA8420C00}" destId="{819B46DB-6C2A-4F0D-9592-9313B1A88DC8}" srcOrd="1" destOrd="0" parTransId="{8455D939-67FE-4D26-BA70-FF8410048061}" sibTransId="{256B7880-A1A7-4347-AF74-6FA8761C5ACE}"/>
    <dgm:cxn modelId="{1E743142-7233-4E4D-95AD-F29C72363BCD}" srcId="{ADF8C160-C666-46E1-9519-EE1BA8420C00}" destId="{EA4D4725-576A-4638-8421-A99DD6F08115}" srcOrd="4" destOrd="0" parTransId="{FEF0D118-80B3-40E3-8D97-97DB5B6CDA54}" sibTransId="{602E6C38-3019-425E-A5F6-F9AD9E72BB25}"/>
    <dgm:cxn modelId="{C416E518-0112-476E-AF66-A3DAA029B557}" type="presOf" srcId="{ADF8C160-C666-46E1-9519-EE1BA8420C00}" destId="{A2EE139B-42AA-4E95-856B-0CFA2DE5CC8E}" srcOrd="0" destOrd="0" presId="urn:microsoft.com/office/officeart/2005/8/layout/list1"/>
    <dgm:cxn modelId="{D6240E9F-556A-443D-A13A-34F494ACE700}" srcId="{B820F01C-B89C-4146-B3CE-47D543CF7F89}" destId="{ADF8C160-C666-46E1-9519-EE1BA8420C00}" srcOrd="0" destOrd="0" parTransId="{D03B1926-5593-4A24-9BC7-A511876E6CF9}" sibTransId="{58939B33-A188-4D62-A41C-1FEB09084085}"/>
    <dgm:cxn modelId="{3C6CBF70-2A3F-4478-8D3B-DD0A990A6AEA}" type="presOf" srcId="{2968FFA5-5128-418F-94F6-C2C05D54E353}" destId="{333CA5EC-5E59-4853-9FAF-0949264CD166}" srcOrd="0" destOrd="3" presId="urn:microsoft.com/office/officeart/2005/8/layout/list1"/>
    <dgm:cxn modelId="{E064FB1F-C4DB-4FD3-9F5B-584A4E235A3D}" type="presOf" srcId="{819B46DB-6C2A-4F0D-9592-9313B1A88DC8}" destId="{333CA5EC-5E59-4853-9FAF-0949264CD166}" srcOrd="0" destOrd="1" presId="urn:microsoft.com/office/officeart/2005/8/layout/list1"/>
    <dgm:cxn modelId="{63A65D2D-04CC-414B-ADC9-4AC07741F168}" srcId="{ADF8C160-C666-46E1-9519-EE1BA8420C00}" destId="{5F685AFE-85B6-4412-8897-F65A01DE62B6}" srcOrd="5" destOrd="0" parTransId="{BBA7805E-A46D-429D-A833-C17BD4604FB1}" sibTransId="{E68F9E1C-882C-4844-A74D-570676DF9045}"/>
    <dgm:cxn modelId="{5C8F7FF1-95D9-40A8-A007-D5C0163C4463}" srcId="{ADF8C160-C666-46E1-9519-EE1BA8420C00}" destId="{591ECC5B-5CD0-4F7C-942D-51C9DAD7E3BF}" srcOrd="2" destOrd="0" parTransId="{A26BC2E1-EE2B-4362-92C4-44A06F2D85EF}" sibTransId="{8EADAB8C-EBAB-427F-95BE-43B96F100962}"/>
    <dgm:cxn modelId="{DD037F48-BE3E-403B-BE9C-3E790875ECFD}" type="presOf" srcId="{5F685AFE-85B6-4412-8897-F65A01DE62B6}" destId="{333CA5EC-5E59-4853-9FAF-0949264CD166}" srcOrd="0" destOrd="5" presId="urn:microsoft.com/office/officeart/2005/8/layout/list1"/>
    <dgm:cxn modelId="{80F34348-5632-44CA-8DFB-45F3AD1C3C62}" type="presParOf" srcId="{D9FD9C5D-66ED-4167-82BC-CEB4BEBF07E0}" destId="{95E2CC20-F3CC-4BE9-846E-F8D3DEA3D197}" srcOrd="0" destOrd="0" presId="urn:microsoft.com/office/officeart/2005/8/layout/list1"/>
    <dgm:cxn modelId="{B6D63AD6-B4BC-4B20-A6C7-CA9886DF94C1}" type="presParOf" srcId="{95E2CC20-F3CC-4BE9-846E-F8D3DEA3D197}" destId="{A2EE139B-42AA-4E95-856B-0CFA2DE5CC8E}" srcOrd="0" destOrd="0" presId="urn:microsoft.com/office/officeart/2005/8/layout/list1"/>
    <dgm:cxn modelId="{7C5BB462-70E9-4A3D-B28D-E4898DCDB4DA}" type="presParOf" srcId="{95E2CC20-F3CC-4BE9-846E-F8D3DEA3D197}" destId="{BAA6E47A-EAE7-460E-B70E-2BBD832609B7}" srcOrd="1" destOrd="0" presId="urn:microsoft.com/office/officeart/2005/8/layout/list1"/>
    <dgm:cxn modelId="{AF9EF71C-EF2E-45C0-8D7B-469B8C294CA4}" type="presParOf" srcId="{D9FD9C5D-66ED-4167-82BC-CEB4BEBF07E0}" destId="{AF25C1F6-67A8-40B5-918B-0F57E4FDA1AF}" srcOrd="1" destOrd="0" presId="urn:microsoft.com/office/officeart/2005/8/layout/list1"/>
    <dgm:cxn modelId="{CD3947B7-BB12-4F00-8788-C4DF9542D928}" type="presParOf" srcId="{D9FD9C5D-66ED-4167-82BC-CEB4BEBF07E0}" destId="{333CA5EC-5E59-4853-9FAF-0949264CD166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AA7FF-E2EF-4A5C-8A6C-39967C3D42F6}">
      <dsp:nvSpPr>
        <dsp:cNvPr id="0" name=""/>
        <dsp:cNvSpPr/>
      </dsp:nvSpPr>
      <dsp:spPr>
        <a:xfrm rot="5400000">
          <a:off x="5737674" y="-3125581"/>
          <a:ext cx="760750" cy="7068793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vi-VN" sz="29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800" kern="1200" smtClean="0">
              <a:latin typeface="Arial" panose="020B0604020202020204" pitchFamily="34" charset="0"/>
              <a:cs typeface="Arial" panose="020B0604020202020204" pitchFamily="34" charset="0"/>
            </a:rPr>
            <a:t>Tổng quan nghiên cứu</a:t>
          </a:r>
          <a:endParaRPr lang="en-US" sz="28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583653" y="65577"/>
        <a:ext cx="7031656" cy="686476"/>
      </dsp:txXfrm>
    </dsp:sp>
    <dsp:sp modelId="{878CFC51-EF2C-4ABC-AC3F-C0001287C09A}">
      <dsp:nvSpPr>
        <dsp:cNvPr id="0" name=""/>
        <dsp:cNvSpPr/>
      </dsp:nvSpPr>
      <dsp:spPr>
        <a:xfrm>
          <a:off x="1392543" y="1071"/>
          <a:ext cx="1191109" cy="81548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600" kern="1200"/>
            <a:t>1</a:t>
          </a:r>
          <a:r>
            <a:rPr lang="vi-VN" sz="3900" kern="1200"/>
            <a:t>.</a:t>
          </a:r>
          <a:endParaRPr lang="en-US" sz="3900" kern="1200"/>
        </a:p>
      </dsp:txBody>
      <dsp:txXfrm>
        <a:off x="1432352" y="40880"/>
        <a:ext cx="1111491" cy="735868"/>
      </dsp:txXfrm>
    </dsp:sp>
    <dsp:sp modelId="{554AA11A-6849-414D-9A9E-F324DA443212}">
      <dsp:nvSpPr>
        <dsp:cNvPr id="0" name=""/>
        <dsp:cNvSpPr/>
      </dsp:nvSpPr>
      <dsp:spPr>
        <a:xfrm rot="5400000">
          <a:off x="5737674" y="-2282722"/>
          <a:ext cx="760750" cy="7068793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9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800" kern="1200" smtClean="0">
              <a:latin typeface="Arial" panose="020B0604020202020204" pitchFamily="34" charset="0"/>
              <a:cs typeface="Arial" panose="020B0604020202020204" pitchFamily="34" charset="0"/>
            </a:rPr>
            <a:t>Cơ sở lý thuyết</a:t>
          </a:r>
          <a:endParaRPr lang="en-US" sz="28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583653" y="908436"/>
        <a:ext cx="7031656" cy="686476"/>
      </dsp:txXfrm>
    </dsp:sp>
    <dsp:sp modelId="{B6D58A57-108C-432F-BCBE-ADAAC4812B42}">
      <dsp:nvSpPr>
        <dsp:cNvPr id="0" name=""/>
        <dsp:cNvSpPr/>
      </dsp:nvSpPr>
      <dsp:spPr>
        <a:xfrm>
          <a:off x="1392543" y="864105"/>
          <a:ext cx="1191109" cy="77513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600" kern="1200"/>
            <a:t>2.</a:t>
          </a:r>
          <a:endParaRPr lang="en-US" sz="2600" kern="1200"/>
        </a:p>
      </dsp:txBody>
      <dsp:txXfrm>
        <a:off x="1430382" y="901944"/>
        <a:ext cx="1115431" cy="699460"/>
      </dsp:txXfrm>
    </dsp:sp>
    <dsp:sp modelId="{D22D94FF-AAA8-40C9-B822-9FB873BB820F}">
      <dsp:nvSpPr>
        <dsp:cNvPr id="0" name=""/>
        <dsp:cNvSpPr/>
      </dsp:nvSpPr>
      <dsp:spPr>
        <a:xfrm rot="5400000">
          <a:off x="5737674" y="-1466921"/>
          <a:ext cx="760750" cy="7068793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6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600" kern="120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kern="1200" smtClean="0">
              <a:latin typeface="Arial" panose="020B0604020202020204" pitchFamily="34" charset="0"/>
              <a:cs typeface="Arial" panose="020B0604020202020204" pitchFamily="34" charset="0"/>
            </a:rPr>
            <a:t>Hiện </a:t>
          </a:r>
          <a:r>
            <a:rPr lang="vi-VN" sz="2800" kern="1200" err="1">
              <a:latin typeface="Arial" panose="020B0604020202020204" pitchFamily="34" charset="0"/>
              <a:cs typeface="Arial" panose="020B0604020202020204" pitchFamily="34" charset="0"/>
            </a:rPr>
            <a:t>thực</a:t>
          </a:r>
          <a:r>
            <a:rPr lang="vi-VN" sz="28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kern="1200" err="1">
              <a:latin typeface="Arial" panose="020B0604020202020204" pitchFamily="34" charset="0"/>
              <a:cs typeface="Arial" panose="020B0604020202020204" pitchFamily="34" charset="0"/>
            </a:rPr>
            <a:t>hóa</a:t>
          </a:r>
          <a:r>
            <a:rPr lang="vi-VN" sz="28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kern="1200" err="1">
              <a:latin typeface="Arial" panose="020B0604020202020204" pitchFamily="34" charset="0"/>
              <a:cs typeface="Arial" panose="020B0604020202020204" pitchFamily="34" charset="0"/>
            </a:rPr>
            <a:t>hệ</a:t>
          </a:r>
          <a:r>
            <a:rPr lang="vi-VN" sz="28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kern="1200" err="1"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endParaRPr lang="en-US" sz="28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583653" y="1724237"/>
        <a:ext cx="7031656" cy="686476"/>
      </dsp:txXfrm>
    </dsp:sp>
    <dsp:sp modelId="{4B3C770F-D2AE-43FE-9C67-6916341107AB}">
      <dsp:nvSpPr>
        <dsp:cNvPr id="0" name=""/>
        <dsp:cNvSpPr/>
      </dsp:nvSpPr>
      <dsp:spPr>
        <a:xfrm>
          <a:off x="1392543" y="1686790"/>
          <a:ext cx="1191109" cy="76136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600" kern="1200"/>
            <a:t>3.</a:t>
          </a:r>
          <a:endParaRPr lang="en-US" sz="2600" kern="1200"/>
        </a:p>
      </dsp:txBody>
      <dsp:txXfrm>
        <a:off x="1429710" y="1723957"/>
        <a:ext cx="1116775" cy="687034"/>
      </dsp:txXfrm>
    </dsp:sp>
    <dsp:sp modelId="{317F480A-8C33-40F9-9F77-C7CC13E17C89}">
      <dsp:nvSpPr>
        <dsp:cNvPr id="0" name=""/>
        <dsp:cNvSpPr/>
      </dsp:nvSpPr>
      <dsp:spPr>
        <a:xfrm rot="5400000">
          <a:off x="5736879" y="-658314"/>
          <a:ext cx="760750" cy="7068793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600" kern="1200" smtClean="0">
              <a:latin typeface="Arial" panose="020B0604020202020204" pitchFamily="34" charset="0"/>
              <a:cs typeface="Arial" panose="020B0604020202020204" pitchFamily="34" charset="0"/>
            </a:rPr>
            <a:t>  </a:t>
          </a:r>
          <a:r>
            <a:rPr lang="vi-VN" sz="2800" kern="1200" smtClean="0">
              <a:latin typeface="Arial" panose="020B0604020202020204" pitchFamily="34" charset="0"/>
              <a:cs typeface="Arial" panose="020B0604020202020204" pitchFamily="34" charset="0"/>
            </a:rPr>
            <a:t>Kết </a:t>
          </a:r>
          <a:r>
            <a:rPr lang="vi-VN" sz="2800" kern="1200" err="1">
              <a:latin typeface="Arial" panose="020B0604020202020204" pitchFamily="34" charset="0"/>
              <a:cs typeface="Arial" panose="020B0604020202020204" pitchFamily="34" charset="0"/>
            </a:rPr>
            <a:t>quả</a:t>
          </a:r>
          <a:r>
            <a:rPr lang="vi-VN" sz="28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800" kern="1200" smtClean="0">
              <a:latin typeface="Arial" panose="020B0604020202020204" pitchFamily="34" charset="0"/>
              <a:cs typeface="Arial" panose="020B0604020202020204" pitchFamily="34" charset="0"/>
            </a:rPr>
            <a:t>nghiên cứu </a:t>
          </a:r>
          <a:r>
            <a:rPr lang="vi-VN" sz="2800" kern="1200" smtClean="0">
              <a:latin typeface="Arial" panose="020B0604020202020204" pitchFamily="34" charset="0"/>
              <a:cs typeface="Arial" panose="020B0604020202020204" pitchFamily="34" charset="0"/>
            </a:rPr>
            <a:t>và </a:t>
          </a:r>
          <a:r>
            <a:rPr lang="vi-VN" sz="2800" kern="1200" err="1">
              <a:latin typeface="Arial" panose="020B0604020202020204" pitchFamily="34" charset="0"/>
              <a:cs typeface="Arial" panose="020B0604020202020204" pitchFamily="34" charset="0"/>
            </a:rPr>
            <a:t>đánh</a:t>
          </a:r>
          <a:r>
            <a:rPr lang="vi-VN" sz="28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kern="1200" err="1">
              <a:latin typeface="Arial" panose="020B0604020202020204" pitchFamily="34" charset="0"/>
              <a:cs typeface="Arial" panose="020B0604020202020204" pitchFamily="34" charset="0"/>
            </a:rPr>
            <a:t>giá</a:t>
          </a:r>
          <a:endParaRPr lang="en-US" sz="28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582858" y="2532844"/>
        <a:ext cx="7031656" cy="686476"/>
      </dsp:txXfrm>
    </dsp:sp>
    <dsp:sp modelId="{D3C3D0CC-92EA-46A0-84EB-37F73817F3B9}">
      <dsp:nvSpPr>
        <dsp:cNvPr id="0" name=""/>
        <dsp:cNvSpPr/>
      </dsp:nvSpPr>
      <dsp:spPr>
        <a:xfrm>
          <a:off x="1392543" y="2500071"/>
          <a:ext cx="1190314" cy="7520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600" kern="1200"/>
            <a:t>4. </a:t>
          </a:r>
          <a:endParaRPr lang="en-US" sz="2600" kern="1200"/>
        </a:p>
      </dsp:txBody>
      <dsp:txXfrm>
        <a:off x="1429254" y="2536782"/>
        <a:ext cx="1116892" cy="678599"/>
      </dsp:txXfrm>
    </dsp:sp>
    <dsp:sp modelId="{DEC6C39A-A127-4485-81F4-BF2F323C2A77}">
      <dsp:nvSpPr>
        <dsp:cNvPr id="0" name=""/>
        <dsp:cNvSpPr/>
      </dsp:nvSpPr>
      <dsp:spPr>
        <a:xfrm rot="5400000">
          <a:off x="5628112" y="236244"/>
          <a:ext cx="933273" cy="7068793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kern="1200" smtClean="0">
              <a:latin typeface="Arial" panose="020B0604020202020204" pitchFamily="34" charset="0"/>
              <a:cs typeface="Arial" panose="020B0604020202020204" pitchFamily="34" charset="0"/>
            </a:rPr>
            <a:t>Kết </a:t>
          </a:r>
          <a:r>
            <a:rPr lang="vi-VN" sz="2800" kern="1200" err="1">
              <a:latin typeface="Arial" panose="020B0604020202020204" pitchFamily="34" charset="0"/>
              <a:cs typeface="Arial" panose="020B0604020202020204" pitchFamily="34" charset="0"/>
            </a:rPr>
            <a:t>luận</a:t>
          </a:r>
          <a:r>
            <a:rPr lang="vi-VN" sz="28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kern="1200" err="1"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vi-VN" sz="28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kern="1200" err="1">
              <a:latin typeface="Arial" panose="020B0604020202020204" pitchFamily="34" charset="0"/>
              <a:cs typeface="Arial" panose="020B0604020202020204" pitchFamily="34" charset="0"/>
            </a:rPr>
            <a:t>hướng</a:t>
          </a:r>
          <a:r>
            <a:rPr lang="vi-VN" sz="28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kern="1200" err="1">
              <a:latin typeface="Arial" panose="020B0604020202020204" pitchFamily="34" charset="0"/>
              <a:cs typeface="Arial" panose="020B0604020202020204" pitchFamily="34" charset="0"/>
            </a:rPr>
            <a:t>phát</a:t>
          </a:r>
          <a:r>
            <a:rPr lang="vi-VN" sz="28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vi-VN" sz="2800" kern="1200" err="1">
              <a:latin typeface="Arial" panose="020B0604020202020204" pitchFamily="34" charset="0"/>
              <a:cs typeface="Arial" panose="020B0604020202020204" pitchFamily="34" charset="0"/>
            </a:rPr>
            <a:t>triển</a:t>
          </a:r>
          <a:endParaRPr lang="en-US" sz="28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560353" y="3349563"/>
        <a:ext cx="7023234" cy="842155"/>
      </dsp:txXfrm>
    </dsp:sp>
    <dsp:sp modelId="{94F87D9D-C374-480F-A9D5-6BAE9E1D24D7}">
      <dsp:nvSpPr>
        <dsp:cNvPr id="0" name=""/>
        <dsp:cNvSpPr/>
      </dsp:nvSpPr>
      <dsp:spPr>
        <a:xfrm>
          <a:off x="1407670" y="3278083"/>
          <a:ext cx="1167808" cy="82794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600" kern="1200"/>
            <a:t>5. </a:t>
          </a:r>
          <a:endParaRPr lang="en-US" sz="2600" kern="1200"/>
        </a:p>
      </dsp:txBody>
      <dsp:txXfrm>
        <a:off x="1448087" y="3318500"/>
        <a:ext cx="1086974" cy="7471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10A33C-85E6-41F4-98E8-82BF08AFBDFF}">
      <dsp:nvSpPr>
        <dsp:cNvPr id="0" name=""/>
        <dsp:cNvSpPr/>
      </dsp:nvSpPr>
      <dsp:spPr>
        <a:xfrm>
          <a:off x="0" y="209128"/>
          <a:ext cx="8886874" cy="13923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0" tIns="270764" rIns="6897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400" b="0" kern="1200" smtClean="0">
              <a:latin typeface="Arial" panose="020B0604020202020204" pitchFamily="34" charset="0"/>
              <a:cs typeface="Arial" panose="020B0604020202020204" pitchFamily="34" charset="0"/>
            </a:rPr>
            <a:t>Giáo trình và tài liệu học thuật ngày càng nhiều,     chủ yếu bằng tiếng Anh. Giảng viên mất nhiều       thời gian để xây dựng học liệu.</a:t>
          </a:r>
          <a:endParaRPr lang="en-US" sz="2400" b="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09128"/>
        <a:ext cx="8886874" cy="1392300"/>
      </dsp:txXfrm>
    </dsp:sp>
    <dsp:sp modelId="{D4C39096-1203-4593-8975-D39D4983E187}">
      <dsp:nvSpPr>
        <dsp:cNvPr id="0" name=""/>
        <dsp:cNvSpPr/>
      </dsp:nvSpPr>
      <dsp:spPr>
        <a:xfrm>
          <a:off x="444343" y="17248"/>
          <a:ext cx="6220811" cy="383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132" tIns="0" rIns="235132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smtClean="0"/>
            <a:t>Thực trạng hiện tại</a:t>
          </a:r>
          <a:endParaRPr lang="en-US" sz="2400" kern="1200">
            <a:solidFill>
              <a:srgbClr val="FFFF00"/>
            </a:solidFill>
          </a:endParaRPr>
        </a:p>
      </dsp:txBody>
      <dsp:txXfrm>
        <a:off x="463077" y="35982"/>
        <a:ext cx="6183343" cy="346292"/>
      </dsp:txXfrm>
    </dsp:sp>
    <dsp:sp modelId="{6B25478B-BC27-4651-B3DD-138A15D4A396}">
      <dsp:nvSpPr>
        <dsp:cNvPr id="0" name=""/>
        <dsp:cNvSpPr/>
      </dsp:nvSpPr>
      <dsp:spPr>
        <a:xfrm>
          <a:off x="0" y="1863508"/>
          <a:ext cx="8886874" cy="112612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0" tIns="270764" rIns="6897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kern="1200" smtClean="0">
              <a:latin typeface="Arial" panose="020B0604020202020204" pitchFamily="34" charset="0"/>
              <a:cs typeface="Arial" panose="020B0604020202020204" pitchFamily="34" charset="0"/>
            </a:rPr>
            <a:t>Khó xây dựng bài giảng bám sát nội dung môn học</a:t>
          </a:r>
          <a:endParaRPr lang="vi-VN" sz="2400" b="0" kern="120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kern="1200" smtClean="0">
              <a:latin typeface="Arial" panose="020B0604020202020204" pitchFamily="34" charset="0"/>
              <a:cs typeface="Arial" panose="020B0604020202020204" pitchFamily="34" charset="0"/>
            </a:rPr>
            <a:t>Khó xây dựng ngân hàng câu hỏi bám sát bài giảng</a:t>
          </a:r>
          <a:endParaRPr lang="vi-VN" sz="2400" b="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863508"/>
        <a:ext cx="8886874" cy="1126125"/>
      </dsp:txXfrm>
    </dsp:sp>
    <dsp:sp modelId="{26359B7A-529D-4539-BC5D-8086974DBA2D}">
      <dsp:nvSpPr>
        <dsp:cNvPr id="0" name=""/>
        <dsp:cNvSpPr/>
      </dsp:nvSpPr>
      <dsp:spPr>
        <a:xfrm>
          <a:off x="444343" y="1671628"/>
          <a:ext cx="6220811" cy="383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132" tIns="0" rIns="235132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err="1"/>
            <a:t>Vấn</a:t>
          </a:r>
          <a:r>
            <a:rPr lang="en-US" sz="2400" b="1" kern="1200"/>
            <a:t> </a:t>
          </a:r>
          <a:r>
            <a:rPr lang="en-US" sz="2400" b="1" kern="1200" err="1"/>
            <a:t>đề</a:t>
          </a:r>
          <a:endParaRPr lang="en-US" sz="2400" kern="1200"/>
        </a:p>
      </dsp:txBody>
      <dsp:txXfrm>
        <a:off x="463077" y="1690362"/>
        <a:ext cx="6183343" cy="346292"/>
      </dsp:txXfrm>
    </dsp:sp>
    <dsp:sp modelId="{CC325DDC-40F2-460C-BA34-6EA696CACD51}">
      <dsp:nvSpPr>
        <dsp:cNvPr id="0" name=""/>
        <dsp:cNvSpPr/>
      </dsp:nvSpPr>
      <dsp:spPr>
        <a:xfrm>
          <a:off x="0" y="3251713"/>
          <a:ext cx="8886874" cy="1801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0" tIns="270764" rIns="6897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400" b="0" kern="1200" smtClean="0">
              <a:latin typeface="+mn-lt"/>
            </a:rPr>
            <a:t>Chưa khai thác trực tiếp nguồn tài liệu chuyên ngành của học phần.</a:t>
          </a:r>
          <a:endParaRPr lang="en-US" sz="2400" b="0" kern="1200">
            <a:latin typeface="+mn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400" b="0" kern="1200" smtClean="0">
              <a:latin typeface="+mn-lt"/>
            </a:rPr>
            <a:t>Nội dung sinh ra có thể thiếu căn cứ hoặc chưa bám sát đề cương môn học.</a:t>
          </a:r>
          <a:endParaRPr lang="en-US" sz="2400" b="0" kern="1200">
            <a:latin typeface="+mn-lt"/>
          </a:endParaRPr>
        </a:p>
      </dsp:txBody>
      <dsp:txXfrm>
        <a:off x="0" y="3251713"/>
        <a:ext cx="8886874" cy="1801800"/>
      </dsp:txXfrm>
    </dsp:sp>
    <dsp:sp modelId="{DDB6D463-0A69-4CF1-97E3-9D3AD67141AE}">
      <dsp:nvSpPr>
        <dsp:cNvPr id="0" name=""/>
        <dsp:cNvSpPr/>
      </dsp:nvSpPr>
      <dsp:spPr>
        <a:xfrm>
          <a:off x="444343" y="3059833"/>
          <a:ext cx="6220811" cy="383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132" tIns="0" rIns="235132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err="1"/>
            <a:t>Hạn</a:t>
          </a:r>
          <a:r>
            <a:rPr lang="en-US" sz="2400" b="1" kern="1200"/>
            <a:t> </a:t>
          </a:r>
          <a:r>
            <a:rPr lang="en-US" sz="2400" b="1" kern="1200" err="1"/>
            <a:t>chế</a:t>
          </a:r>
          <a:r>
            <a:rPr lang="en-US" sz="2400" b="1" kern="1200"/>
            <a:t> </a:t>
          </a:r>
          <a:r>
            <a:rPr lang="en-US" sz="2400" b="1" kern="1200" smtClean="0"/>
            <a:t>của các công cụ AI hiện </a:t>
          </a:r>
          <a:r>
            <a:rPr lang="en-US" sz="2400" b="1" kern="1200"/>
            <a:t>nay</a:t>
          </a:r>
          <a:endParaRPr lang="en-US" sz="2400" kern="1200"/>
        </a:p>
      </dsp:txBody>
      <dsp:txXfrm>
        <a:off x="463077" y="3078567"/>
        <a:ext cx="6183343" cy="3462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3CA5EC-5E59-4853-9FAF-0949264CD166}">
      <dsp:nvSpPr>
        <dsp:cNvPr id="0" name=""/>
        <dsp:cNvSpPr/>
      </dsp:nvSpPr>
      <dsp:spPr>
        <a:xfrm>
          <a:off x="0" y="168704"/>
          <a:ext cx="2983426" cy="2494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1547" tIns="187452" rIns="23154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smtClean="0">
              <a:latin typeface="Arial "/>
            </a:rPr>
            <a:t>Tải lên tài liệu</a:t>
          </a:r>
          <a:endParaRPr lang="en-US" sz="2400" kern="1200">
            <a:latin typeface="Arial 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smtClean="0">
              <a:latin typeface="Arial "/>
            </a:rPr>
            <a:t>Quản lý dự án bài giảng</a:t>
          </a:r>
          <a:endParaRPr lang="en-US" sz="2400" kern="1200">
            <a:latin typeface="Arial 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smtClean="0">
              <a:latin typeface="Arial "/>
            </a:rPr>
            <a:t>Tạo câu hỏi</a:t>
          </a:r>
          <a:endParaRPr lang="en-US" sz="2400" kern="1200">
            <a:latin typeface="Arial 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smtClean="0">
              <a:latin typeface="Arial "/>
            </a:rPr>
            <a:t>Xuất kết quả</a:t>
          </a:r>
          <a:endParaRPr lang="en-US" sz="2400" kern="1200">
            <a:latin typeface="Arial 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smtClean="0">
              <a:latin typeface="Arial "/>
            </a:rPr>
            <a:t>Hỏi đáp tài liệu</a:t>
          </a:r>
          <a:endParaRPr lang="en-US" sz="2400" kern="1200">
            <a:latin typeface="Arial "/>
          </a:endParaRPr>
        </a:p>
      </dsp:txBody>
      <dsp:txXfrm>
        <a:off x="0" y="168704"/>
        <a:ext cx="2983426" cy="2494800"/>
      </dsp:txXfrm>
    </dsp:sp>
    <dsp:sp modelId="{BAA6E47A-EAE7-460E-B70E-2BBD832609B7}">
      <dsp:nvSpPr>
        <dsp:cNvPr id="0" name=""/>
        <dsp:cNvSpPr/>
      </dsp:nvSpPr>
      <dsp:spPr>
        <a:xfrm>
          <a:off x="149171" y="35864"/>
          <a:ext cx="2088398" cy="2656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936" tIns="0" rIns="78936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>
              <a:latin typeface="Arial "/>
            </a:rPr>
            <a:t>User:</a:t>
          </a:r>
        </a:p>
      </dsp:txBody>
      <dsp:txXfrm>
        <a:off x="162140" y="48833"/>
        <a:ext cx="2062460" cy="239742"/>
      </dsp:txXfrm>
    </dsp:sp>
    <dsp:sp modelId="{8E73A191-5E1B-49D6-987E-11CA2BCDBD99}">
      <dsp:nvSpPr>
        <dsp:cNvPr id="0" name=""/>
        <dsp:cNvSpPr/>
      </dsp:nvSpPr>
      <dsp:spPr>
        <a:xfrm>
          <a:off x="0" y="2844944"/>
          <a:ext cx="2983426" cy="16443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1547" tIns="187452" rIns="23154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>
              <a:latin typeface="Arial "/>
            </a:rPr>
            <a:t>Quản lý </a:t>
          </a:r>
          <a:r>
            <a:rPr lang="en-US" sz="2400" kern="1200" smtClean="0">
              <a:latin typeface="Arial "/>
            </a:rPr>
            <a:t>tài liệu, người dùng, xem thống kê  hệ thống</a:t>
          </a:r>
          <a:endParaRPr lang="en-US" sz="2400" kern="1200">
            <a:latin typeface="Arial "/>
          </a:endParaRPr>
        </a:p>
      </dsp:txBody>
      <dsp:txXfrm>
        <a:off x="0" y="2844944"/>
        <a:ext cx="2983426" cy="1644300"/>
      </dsp:txXfrm>
    </dsp:sp>
    <dsp:sp modelId="{CA7141B4-8AE9-4B2A-A720-1AD6C8C5938D}">
      <dsp:nvSpPr>
        <dsp:cNvPr id="0" name=""/>
        <dsp:cNvSpPr/>
      </dsp:nvSpPr>
      <dsp:spPr>
        <a:xfrm>
          <a:off x="149171" y="2712104"/>
          <a:ext cx="2088398" cy="2656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936" tIns="0" rIns="78936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>
              <a:latin typeface="Arial "/>
            </a:rPr>
            <a:t>Admin:</a:t>
          </a:r>
        </a:p>
      </dsp:txBody>
      <dsp:txXfrm>
        <a:off x="162140" y="2725073"/>
        <a:ext cx="2062460" cy="2397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3CA5EC-5E59-4853-9FAF-0949264CD166}">
      <dsp:nvSpPr>
        <dsp:cNvPr id="0" name=""/>
        <dsp:cNvSpPr/>
      </dsp:nvSpPr>
      <dsp:spPr>
        <a:xfrm>
          <a:off x="0" y="202912"/>
          <a:ext cx="3094181" cy="358312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143" tIns="1332992" rIns="240143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200" kern="1200" smtClean="0">
              <a:latin typeface="Arial "/>
            </a:rPr>
            <a:t>Bám sát đề cương</a:t>
          </a:r>
          <a:endParaRPr lang="en-US" sz="2200" kern="1200">
            <a:latin typeface="Arial "/>
          </a:endParaRPr>
        </a:p>
        <a:p>
          <a:pPr marL="228600" lvl="1" indent="-228600" algn="l" defTabSz="9779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200" kern="1200" smtClean="0">
              <a:latin typeface="Arial "/>
            </a:rPr>
            <a:t>Dựa trên tài liệu</a:t>
          </a:r>
          <a:endParaRPr lang="en-US" sz="2200" kern="1200">
            <a:latin typeface="Arial "/>
          </a:endParaRPr>
        </a:p>
        <a:p>
          <a:pPr marL="228600" lvl="1" indent="-228600" algn="l" defTabSz="9779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200" kern="1200" smtClean="0">
              <a:latin typeface="Arial "/>
            </a:rPr>
            <a:t>Có trích dẫn nguồn</a:t>
          </a:r>
          <a:endParaRPr lang="en-US" sz="2200" kern="1200">
            <a:latin typeface="Arial "/>
          </a:endParaRPr>
        </a:p>
        <a:p>
          <a:pPr marL="228600" lvl="1" indent="-228600" algn="l" defTabSz="9779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200" kern="1200" smtClean="0">
              <a:latin typeface="Arial "/>
            </a:rPr>
            <a:t>Giảm Hallucination</a:t>
          </a:r>
          <a:endParaRPr lang="en-US" sz="2200" kern="1200">
            <a:latin typeface="Arial "/>
          </a:endParaRPr>
        </a:p>
      </dsp:txBody>
      <dsp:txXfrm>
        <a:off x="0" y="202912"/>
        <a:ext cx="3094181" cy="3583125"/>
      </dsp:txXfrm>
    </dsp:sp>
    <dsp:sp modelId="{BAA6E47A-EAE7-460E-B70E-2BBD832609B7}">
      <dsp:nvSpPr>
        <dsp:cNvPr id="0" name=""/>
        <dsp:cNvSpPr/>
      </dsp:nvSpPr>
      <dsp:spPr>
        <a:xfrm>
          <a:off x="34002" y="0"/>
          <a:ext cx="3060178" cy="116481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867" tIns="0" rIns="81867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>
              <a:latin typeface="Arial "/>
            </a:rPr>
            <a:t>Lợi ích của RAG</a:t>
          </a:r>
          <a:endParaRPr lang="en-US" sz="2400" kern="1200">
            <a:latin typeface="Arial "/>
          </a:endParaRPr>
        </a:p>
      </dsp:txBody>
      <dsp:txXfrm>
        <a:off x="90864" y="56862"/>
        <a:ext cx="2946454" cy="10510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3CA5EC-5E59-4853-9FAF-0949264CD166}">
      <dsp:nvSpPr>
        <dsp:cNvPr id="0" name=""/>
        <dsp:cNvSpPr/>
      </dsp:nvSpPr>
      <dsp:spPr>
        <a:xfrm>
          <a:off x="0" y="593909"/>
          <a:ext cx="2687365" cy="39311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569" tIns="1332992" rIns="20856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smtClean="0">
              <a:latin typeface="Arial "/>
            </a:rPr>
            <a:t>Frontend: ReactJS + Vite</a:t>
          </a:r>
          <a:endParaRPr lang="en-US" sz="1500" kern="1200">
            <a:latin typeface="Arial "/>
          </a:endParaRPr>
        </a:p>
        <a:p>
          <a:pPr marL="114300" lvl="1" indent="-114300" algn="l" defTabSz="6667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>
              <a:latin typeface="Arial "/>
            </a:rPr>
            <a:t>Backend: FastAPI</a:t>
          </a:r>
        </a:p>
        <a:p>
          <a:pPr marL="114300" lvl="1" indent="-114300" algn="l" defTabSz="6667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>
              <a:latin typeface="Arial "/>
            </a:rPr>
            <a:t>Application Database: </a:t>
          </a:r>
          <a:r>
            <a:rPr lang="en-US" sz="1500" kern="1200" smtClean="0">
              <a:latin typeface="Arial "/>
            </a:rPr>
            <a:t>PostgreSQL</a:t>
          </a:r>
          <a:endParaRPr lang="en-US" sz="1500" kern="1200">
            <a:latin typeface="Arial "/>
          </a:endParaRPr>
        </a:p>
        <a:p>
          <a:pPr marL="114300" lvl="1" indent="-114300" algn="l" defTabSz="6667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>
              <a:latin typeface="Arial "/>
            </a:rPr>
            <a:t>Vector Database: Qdrant</a:t>
          </a:r>
        </a:p>
        <a:p>
          <a:pPr marL="114300" lvl="1" indent="-114300" algn="l" defTabSz="6667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>
              <a:latin typeface="Arial "/>
            </a:rPr>
            <a:t>LLM: Gemini API</a:t>
          </a:r>
        </a:p>
        <a:p>
          <a:pPr marL="114300" lvl="1" indent="-114300" algn="l" defTabSz="6667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smtClean="0">
              <a:latin typeface="Arial "/>
            </a:rPr>
            <a:t>Container: Docker</a:t>
          </a:r>
          <a:endParaRPr lang="en-US" sz="1500" kern="1200">
            <a:latin typeface="Arial "/>
          </a:endParaRPr>
        </a:p>
      </dsp:txBody>
      <dsp:txXfrm>
        <a:off x="0" y="593909"/>
        <a:ext cx="2687365" cy="3931199"/>
      </dsp:txXfrm>
    </dsp:sp>
    <dsp:sp modelId="{BAA6E47A-EAE7-460E-B70E-2BBD832609B7}">
      <dsp:nvSpPr>
        <dsp:cNvPr id="0" name=""/>
        <dsp:cNvSpPr/>
      </dsp:nvSpPr>
      <dsp:spPr>
        <a:xfrm>
          <a:off x="29532" y="496708"/>
          <a:ext cx="2657833" cy="112261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03" tIns="0" rIns="71103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smtClean="0">
              <a:latin typeface="Arial "/>
            </a:rPr>
            <a:t>Kiến trúc triển khai</a:t>
          </a:r>
          <a:endParaRPr lang="en-US" sz="2200" kern="1200">
            <a:latin typeface="Arial "/>
          </a:endParaRPr>
        </a:p>
      </dsp:txBody>
      <dsp:txXfrm>
        <a:off x="84333" y="551509"/>
        <a:ext cx="2548231" cy="10130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0FA47-8B15-437F-B746-4611B2E50E7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FC3B5-3211-45B9-A75F-21C4D8AB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6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75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6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96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03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66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5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86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90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11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40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75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33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94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10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19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25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24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471"/>
            <a:ext cx="9144000" cy="5715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0" y="896533"/>
            <a:ext cx="9144000" cy="8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jpe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7.jp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599"/>
            <a:ext cx="9144000" cy="9144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90E14D1-3873-4F22-AF4A-8A2893212750}"/>
              </a:ext>
            </a:extLst>
          </p:cNvPr>
          <p:cNvSpPr txBox="1"/>
          <p:nvPr/>
        </p:nvSpPr>
        <p:spPr>
          <a:xfrm>
            <a:off x="0" y="4931204"/>
            <a:ext cx="2553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Giảng viên hướng dẫn:</a:t>
            </a:r>
          </a:p>
          <a:p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. Nguyễn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Ân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B06AA4D-FCEA-43B4-B026-FE247331C6AC}"/>
              </a:ext>
            </a:extLst>
          </p:cNvPr>
          <p:cNvSpPr txBox="1"/>
          <p:nvPr/>
        </p:nvSpPr>
        <p:spPr>
          <a:xfrm>
            <a:off x="6784734" y="4769965"/>
            <a:ext cx="22236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Sinh viên thực hiện:</a:t>
            </a:r>
          </a:p>
          <a:p>
            <a:pPr algn="ctr"/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Nguyễn Trường Vũ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MSSV: </a:t>
            </a:r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110122026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: DA22TTA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0D83BEF6-B093-42CC-AF65-FD674D663988}"/>
              </a:ext>
            </a:extLst>
          </p:cNvPr>
          <p:cNvSpPr txBox="1"/>
          <p:nvPr/>
        </p:nvSpPr>
        <p:spPr>
          <a:xfrm>
            <a:off x="2045524" y="203525"/>
            <a:ext cx="50529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ĐẠI HỌC TRÀ VINH</a:t>
            </a:r>
          </a:p>
          <a:p>
            <a:pPr algn="ctr">
              <a:lnSpc>
                <a:spcPct val="150000"/>
              </a:lnSpc>
            </a:pPr>
            <a:r>
              <a:rPr lang="vi-VN" sz="2000" b="1">
                <a:latin typeface="Arial" panose="020B0604020202020204" pitchFamily="34" charset="0"/>
                <a:cs typeface="Arial" panose="020B0604020202020204" pitchFamily="34" charset="0"/>
              </a:rPr>
              <a:t>TRƯỜNG KỸ THUẬT VÀ CÔNG NGHỆ</a:t>
            </a:r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vi-VN" sz="2000" b="1">
                <a:latin typeface="Arial" panose="020B0604020202020204" pitchFamily="34" charset="0"/>
                <a:cs typeface="Arial" panose="020B0604020202020204" pitchFamily="34" charset="0"/>
              </a:rPr>
              <a:t>KHOA CÔNG NGHỆ THÔNG TIN </a:t>
            </a:r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B308F06-D02C-25BC-8380-9984090E2D11}"/>
              </a:ext>
            </a:extLst>
          </p:cNvPr>
          <p:cNvSpPr txBox="1"/>
          <p:nvPr/>
        </p:nvSpPr>
        <p:spPr>
          <a:xfrm>
            <a:off x="781538" y="2496071"/>
            <a:ext cx="77684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 DỰNG HỆ </a:t>
            </a:r>
            <a:r>
              <a:rPr lang="en-US" sz="3600" b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 RAG</a:t>
            </a:r>
          </a:p>
          <a:p>
            <a:pPr algn="ctr"/>
            <a:r>
              <a:rPr lang="en-US" sz="3600" b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 TÀI LIỆU GIẢNG DẠY</a:t>
            </a:r>
            <a:endParaRPr lang="en-US" sz="3600"/>
          </a:p>
        </p:txBody>
      </p:sp>
      <p:pic>
        <p:nvPicPr>
          <p:cNvPr id="9" name="Picture 8" descr="TVU-RGB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07" y="147763"/>
            <a:ext cx="1315001" cy="124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0D83BEF6-B093-42CC-AF65-FD674D663988}"/>
              </a:ext>
            </a:extLst>
          </p:cNvPr>
          <p:cNvSpPr txBox="1"/>
          <p:nvPr/>
        </p:nvSpPr>
        <p:spPr>
          <a:xfrm>
            <a:off x="2150307" y="1798419"/>
            <a:ext cx="4843383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smtClean="0">
                <a:latin typeface="Arial" panose="020B0604020202020204" pitchFamily="34" charset="0"/>
                <a:cs typeface="Arial" panose="020B0604020202020204" pitchFamily="34" charset="0"/>
              </a:rPr>
              <a:t> BÁO CÁO ĐỒ ÁN TỐT NGHIỆP</a:t>
            </a:r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/>
              <a:t>MỤC LỤC</a:t>
            </a:r>
            <a:endParaRPr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="" xmlns:a16="http://schemas.microsoft.com/office/drawing/2014/main" id="{615EE8C7-E09F-F17F-2235-567C32037D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810976"/>
              </p:ext>
            </p:extLst>
          </p:nvPr>
        </p:nvGraphicFramePr>
        <p:xfrm>
          <a:off x="-950495" y="1377359"/>
          <a:ext cx="11044990" cy="4238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BỐI CẢNH &amp; BÀI TOÁN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="" xmlns:a16="http://schemas.microsoft.com/office/drawing/2014/main" id="{5655C326-A335-860B-7E3F-CE90C03381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3173958"/>
              </p:ext>
            </p:extLst>
          </p:nvPr>
        </p:nvGraphicFramePr>
        <p:xfrm>
          <a:off x="128563" y="1108365"/>
          <a:ext cx="8886874" cy="5070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1064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MỤC TIÊU CỦA ĐỀ TÀI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="" xmlns:a16="http://schemas.microsoft.com/office/drawing/2014/main" id="{CC71D180-0BD1-8F99-97C8-403F988DD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604714"/>
              </p:ext>
            </p:extLst>
          </p:nvPr>
        </p:nvGraphicFramePr>
        <p:xfrm>
          <a:off x="457200" y="1336076"/>
          <a:ext cx="8229600" cy="4630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4983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/>
              <a:t>GIẢI PHÁP ĐỀ XUẤT</a:t>
            </a:r>
            <a:endParaRPr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="" xmlns:a16="http://schemas.microsoft.com/office/drawing/2014/main" id="{2D53CFDA-CB5C-E60E-3BD7-FCE432853F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2531152"/>
              </p:ext>
            </p:extLst>
          </p:nvPr>
        </p:nvGraphicFramePr>
        <p:xfrm>
          <a:off x="360217" y="1312049"/>
          <a:ext cx="8571345" cy="4323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822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smtClean="0"/>
              <a:t>Cơ sở lý thuyết</a:t>
            </a:r>
            <a:endParaRPr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96" y="1423822"/>
            <a:ext cx="3000478" cy="1684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666" y="1440692"/>
            <a:ext cx="2467892" cy="1650964"/>
          </a:xfrm>
          <a:prstGeom prst="rect">
            <a:avLst/>
          </a:prstGeom>
        </p:spPr>
      </p:pic>
      <p:pic>
        <p:nvPicPr>
          <p:cNvPr id="2050" name="Picture 2" descr="Định nghĩa React.j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5221" y="3483776"/>
            <a:ext cx="2134907" cy="144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718" y="3520686"/>
            <a:ext cx="1857816" cy="14325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288" y="4896551"/>
            <a:ext cx="2938246" cy="132833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0401" y="3538804"/>
            <a:ext cx="1492422" cy="143834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9243" y="5037046"/>
            <a:ext cx="3245635" cy="118783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8039" y="1457562"/>
            <a:ext cx="1989489" cy="165096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9690" y="3710343"/>
            <a:ext cx="2541872" cy="130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3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>
                <a:solidFill>
                  <a:schemeClr val="accent1">
                    <a:lumMod val="75000"/>
                  </a:schemeClr>
                </a:solidFill>
              </a:rPr>
              <a:t>USE-CASE &amp; YÊU CẦU HỆ THỐNG</a:t>
            </a:r>
            <a:endParaRPr sz="3400"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="" xmlns:a16="http://schemas.microsoft.com/office/drawing/2014/main" id="{1ED27C14-4121-4D4D-47A7-FBE3633FA5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6391613"/>
              </p:ext>
            </p:extLst>
          </p:nvPr>
        </p:nvGraphicFramePr>
        <p:xfrm>
          <a:off x="138465" y="1326322"/>
          <a:ext cx="2983426" cy="4525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/>
          <p:cNvPicPr/>
          <p:nvPr/>
        </p:nvPicPr>
        <p:blipFill>
          <a:blip r:embed="rId8"/>
          <a:stretch>
            <a:fillRect/>
          </a:stretch>
        </p:blipFill>
        <p:spPr>
          <a:xfrm>
            <a:off x="3121891" y="1587082"/>
            <a:ext cx="5950528" cy="400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2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smtClean="0">
                <a:solidFill>
                  <a:schemeClr val="accent1">
                    <a:lumMod val="75000"/>
                  </a:schemeClr>
                </a:solidFill>
              </a:rPr>
              <a:t>Mô hình ERD</a:t>
            </a:r>
            <a:endParaRPr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3708"/>
            <a:ext cx="9144000" cy="520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4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/>
              <a:t>PIPELINE RAG</a:t>
            </a:r>
            <a:endParaRPr sz="3400"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="" xmlns:a16="http://schemas.microsoft.com/office/drawing/2014/main" id="{1ED27C14-4121-4D4D-47A7-FBE3633FA5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435155"/>
              </p:ext>
            </p:extLst>
          </p:nvPr>
        </p:nvGraphicFramePr>
        <p:xfrm>
          <a:off x="0" y="1428631"/>
          <a:ext cx="3094181" cy="4525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891" y="1073612"/>
            <a:ext cx="5793509" cy="489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87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smtClean="0">
                <a:solidFill>
                  <a:schemeClr val="accent1">
                    <a:lumMod val="75000"/>
                  </a:schemeClr>
                </a:solidFill>
              </a:rPr>
              <a:t>KIẾN TRÚC HỆ THỐNG</a:t>
            </a:r>
            <a:endParaRPr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437" y="984580"/>
            <a:ext cx="6391564" cy="5282291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="" xmlns:a16="http://schemas.microsoft.com/office/drawing/2014/main" id="{1ED27C14-4121-4D4D-47A7-FBE3633FA5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314555"/>
              </p:ext>
            </p:extLst>
          </p:nvPr>
        </p:nvGraphicFramePr>
        <p:xfrm>
          <a:off x="-576" y="984580"/>
          <a:ext cx="2687366" cy="4525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0151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smtClean="0"/>
              <a:t>QUY TRÌNH NGHIỆP VỤ</a:t>
            </a:r>
            <a:endParaRPr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1601" y="2465906"/>
            <a:ext cx="1579418" cy="222295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689926" y="2465906"/>
            <a:ext cx="1579418" cy="222295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511797" y="2465906"/>
            <a:ext cx="1579418" cy="222295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33668" y="2465906"/>
            <a:ext cx="1579418" cy="222295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902691" y="2465906"/>
            <a:ext cx="1579418" cy="222295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Tải tài liệu lên hệ thống</a:t>
            </a:r>
            <a:endParaRPr lang="en-US"/>
          </a:p>
        </p:txBody>
      </p:sp>
      <p:cxnSp>
        <p:nvCxnSpPr>
          <p:cNvPr id="32" name="Straight Arrow Connector 31"/>
          <p:cNvCxnSpPr>
            <a:stCxn id="18" idx="3"/>
            <a:endCxn id="26" idx="1"/>
          </p:cNvCxnSpPr>
          <p:nvPr/>
        </p:nvCxnSpPr>
        <p:spPr>
          <a:xfrm>
            <a:off x="1681019" y="3577383"/>
            <a:ext cx="2216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6" idx="3"/>
            <a:endCxn id="23" idx="1"/>
          </p:cNvCxnSpPr>
          <p:nvPr/>
        </p:nvCxnSpPr>
        <p:spPr>
          <a:xfrm>
            <a:off x="3482109" y="3577383"/>
            <a:ext cx="2078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3" idx="3"/>
            <a:endCxn id="24" idx="1"/>
          </p:cNvCxnSpPr>
          <p:nvPr/>
        </p:nvCxnSpPr>
        <p:spPr>
          <a:xfrm>
            <a:off x="5269344" y="3577383"/>
            <a:ext cx="2424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4" idx="3"/>
            <a:endCxn id="25" idx="1"/>
          </p:cNvCxnSpPr>
          <p:nvPr/>
        </p:nvCxnSpPr>
        <p:spPr>
          <a:xfrm>
            <a:off x="7091215" y="3577383"/>
            <a:ext cx="2424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1601" y="3254217"/>
            <a:ext cx="1558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Tải tài liệu lên hệ thống</a:t>
            </a:r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980510" y="3254216"/>
            <a:ext cx="14237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/>
              <a:t>Xây dựng kho tri thức</a:t>
            </a:r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767745" y="3294178"/>
            <a:ext cx="14237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/>
              <a:t>Tạo bài giảng tự động</a:t>
            </a:r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5589616" y="3294178"/>
            <a:ext cx="14237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/>
              <a:t>Tạo câu hỏi trắc nghiệm</a:t>
            </a: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7411487" y="3432677"/>
            <a:ext cx="1423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/>
              <a:t>Xuất kết quả</a:t>
            </a:r>
            <a:endParaRPr lang="en-US"/>
          </a:p>
        </p:txBody>
      </p:sp>
      <p:sp>
        <p:nvSpPr>
          <p:cNvPr id="1031" name="Rounded Rectangle 1030"/>
          <p:cNvSpPr/>
          <p:nvPr/>
        </p:nvSpPr>
        <p:spPr>
          <a:xfrm>
            <a:off x="101601" y="2465906"/>
            <a:ext cx="1579418" cy="48973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Bước 1</a:t>
            </a:r>
            <a:endParaRPr lang="en-US"/>
          </a:p>
        </p:txBody>
      </p:sp>
      <p:sp>
        <p:nvSpPr>
          <p:cNvPr id="74" name="Rounded Rectangle 73"/>
          <p:cNvSpPr/>
          <p:nvPr/>
        </p:nvSpPr>
        <p:spPr>
          <a:xfrm>
            <a:off x="1902691" y="2465902"/>
            <a:ext cx="1579418" cy="4897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Bước 2</a:t>
            </a:r>
            <a:endParaRPr lang="en-US"/>
          </a:p>
        </p:txBody>
      </p:sp>
      <p:sp>
        <p:nvSpPr>
          <p:cNvPr id="75" name="Rounded Rectangle 74"/>
          <p:cNvSpPr/>
          <p:nvPr/>
        </p:nvSpPr>
        <p:spPr>
          <a:xfrm>
            <a:off x="3689926" y="2465901"/>
            <a:ext cx="1579418" cy="4897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Bước 3</a:t>
            </a:r>
            <a:endParaRPr lang="en-US"/>
          </a:p>
        </p:txBody>
      </p:sp>
      <p:sp>
        <p:nvSpPr>
          <p:cNvPr id="76" name="Rounded Rectangle 75"/>
          <p:cNvSpPr/>
          <p:nvPr/>
        </p:nvSpPr>
        <p:spPr>
          <a:xfrm>
            <a:off x="5511797" y="2465900"/>
            <a:ext cx="1579418" cy="4897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Bước 4</a:t>
            </a:r>
            <a:endParaRPr lang="en-US"/>
          </a:p>
        </p:txBody>
      </p:sp>
      <p:sp>
        <p:nvSpPr>
          <p:cNvPr id="77" name="Rounded Rectangle 76"/>
          <p:cNvSpPr/>
          <p:nvPr/>
        </p:nvSpPr>
        <p:spPr>
          <a:xfrm>
            <a:off x="7333668" y="2471769"/>
            <a:ext cx="1579418" cy="4897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Bước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509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smtClean="0"/>
              <a:t>KẾT QUẢ NGHIÊN CỨU</a:t>
            </a:r>
            <a:endParaRPr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2" name="Picture 21"/>
          <p:cNvPicPr/>
          <p:nvPr/>
        </p:nvPicPr>
        <p:blipFill>
          <a:blip r:embed="rId3"/>
          <a:stretch>
            <a:fillRect/>
          </a:stretch>
        </p:blipFill>
        <p:spPr>
          <a:xfrm>
            <a:off x="137679" y="1113847"/>
            <a:ext cx="8941666" cy="4594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04291" y="5837382"/>
            <a:ext cx="5273964" cy="378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Kết quả tạo bài giảng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5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smtClean="0"/>
              <a:t>KẾT QUẢ NGHIÊN CỨU</a:t>
            </a:r>
            <a:endParaRPr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635404" y="1055957"/>
            <a:ext cx="8051396" cy="2387884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0" y="3551666"/>
            <a:ext cx="5669280" cy="2389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48196" y="5941171"/>
            <a:ext cx="555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Kết quả chức năng gợi ý Prompt và gợi ý Placeholder ảnh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8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smtClean="0"/>
              <a:t>KẾT QUẢ NGHIÊN CỨU</a:t>
            </a:r>
            <a:endParaRPr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602653" y="1043940"/>
            <a:ext cx="5680075" cy="375412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1138237" y="4930813"/>
            <a:ext cx="6463290" cy="10266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64509" y="5957455"/>
            <a:ext cx="570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Kết quả tạo và xuất câu hỏi trắc nghiệm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0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KẾT LUẬN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259037"/>
            <a:ext cx="8686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Xây dựng thành công hệ thống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Giảm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thời </a:t>
            </a: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, công sức </a:t>
            </a: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biên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soạn học liệu cho giảng viên.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Khai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thác hiệu quả nguồn tài liệu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chuyên </a:t>
            </a: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ngành</a:t>
            </a:r>
            <a:endParaRPr lang="vi-V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Nâng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cao tính chính xác, minh bạch và khả năng truy vết của nội dung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được </a:t>
            </a: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endParaRPr lang="vi-V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683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HƯỚNG PHÁT TRIỂN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259037"/>
            <a:ext cx="89500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Mở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rộng 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áp dụng cho nhiều môn học khác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Tích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hợp LMS và các mô hình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AI </a:t>
            </a: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mới.</a:t>
            </a:r>
            <a:endParaRPr lang="en-US" sz="24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Nâng cao chất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lượng </a:t>
            </a: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và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đánh giá nội dung bằng các kỹ thuật RAG tiên tiến.</a:t>
            </a:r>
            <a:endParaRPr lang="en-US" sz="24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smtClean="0">
                <a:latin typeface="Arial" panose="020B0604020202020204" pitchFamily="34" charset="0"/>
                <a:cs typeface="Arial" panose="020B0604020202020204" pitchFamily="34" charset="0"/>
              </a:rPr>
              <a:t>Hỗ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trợ tạo Slide, hình ảnh và học liệu đa phương tiện.</a:t>
            </a:r>
          </a:p>
        </p:txBody>
      </p:sp>
    </p:spTree>
    <p:extLst>
      <p:ext uri="{BB962C8B-B14F-4D97-AF65-F5344CB8AC3E}">
        <p14:creationId xmlns:p14="http://schemas.microsoft.com/office/powerpoint/2010/main" val="1242678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FAA288D3-62F5-4594-92F3-E4C714A50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31" y="2331664"/>
            <a:ext cx="8960338" cy="25452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/>
              <a:t>Xin </a:t>
            </a:r>
            <a:r>
              <a:rPr lang="vi-VN" sz="3600" b="1"/>
              <a:t>cảm ơn quý thầy cô đã lắng nghe.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207F88FC-3965-E5E9-6FD8-C144BF6D3CAC}"/>
              </a:ext>
            </a:extLst>
          </p:cNvPr>
          <p:cNvSpPr/>
          <p:nvPr/>
        </p:nvSpPr>
        <p:spPr>
          <a:xfrm>
            <a:off x="0" y="14598"/>
            <a:ext cx="9144000" cy="86751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81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1370</TotalTime>
  <Words>650</Words>
  <Application>Microsoft Office PowerPoint</Application>
  <PresentationFormat>On-screen Show (4:3)</PresentationFormat>
  <Paragraphs>120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</vt:lpstr>
      <vt:lpstr>Calibri</vt:lpstr>
      <vt:lpstr>Office Theme</vt:lpstr>
      <vt:lpstr>PowerPoint Presentation</vt:lpstr>
      <vt:lpstr>MỤC LỤC</vt:lpstr>
      <vt:lpstr>BỐI CẢNH &amp; BÀI TOÁN</vt:lpstr>
      <vt:lpstr>MỤC TIÊU CỦA ĐỀ TÀI</vt:lpstr>
      <vt:lpstr>GIẢI PHÁP ĐỀ XUẤT</vt:lpstr>
      <vt:lpstr>Cơ sở lý thuyết</vt:lpstr>
      <vt:lpstr>USE-CASE &amp; YÊU CẦU HỆ THỐNG</vt:lpstr>
      <vt:lpstr>Mô hình ERD</vt:lpstr>
      <vt:lpstr>PIPELINE RAG</vt:lpstr>
      <vt:lpstr>KIẾN TRÚC HỆ THỐNG</vt:lpstr>
      <vt:lpstr>QUY TRÌNH NGHIỆP VỤ</vt:lpstr>
      <vt:lpstr>KẾT QUẢ NGHIÊN CỨU</vt:lpstr>
      <vt:lpstr>KẾT QUẢ NGHIÊN CỨU</vt:lpstr>
      <vt:lpstr>KẾT QUẢ NGHIÊN CỨU</vt:lpstr>
      <vt:lpstr>KẾT LUẬN</vt:lpstr>
      <vt:lpstr>HƯỚNG PHÁT TRIỂN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QUẢN LÝ DỰ ÁN PHẦN MỀM</dc:title>
  <dc:subject/>
  <dc:creator>Khac Quoc</dc:creator>
  <cp:keywords/>
  <dc:description>generated using python-pptx</dc:description>
  <cp:lastModifiedBy>TRUONG VU</cp:lastModifiedBy>
  <cp:revision>163</cp:revision>
  <dcterms:created xsi:type="dcterms:W3CDTF">2013-01-27T09:14:16Z</dcterms:created>
  <dcterms:modified xsi:type="dcterms:W3CDTF">2026-06-30T15:03:33Z</dcterms:modified>
  <cp:category/>
</cp:coreProperties>
</file>