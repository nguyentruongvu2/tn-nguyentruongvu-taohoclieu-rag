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9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95" r:id="rId3"/>
    <p:sldId id="294" r:id="rId4"/>
    <p:sldId id="276" r:id="rId5"/>
    <p:sldId id="278" r:id="rId6"/>
    <p:sldId id="298" r:id="rId7"/>
    <p:sldId id="274" r:id="rId8"/>
    <p:sldId id="299" r:id="rId9"/>
    <p:sldId id="301" r:id="rId10"/>
    <p:sldId id="300" r:id="rId11"/>
    <p:sldId id="302" r:id="rId12"/>
    <p:sldId id="303" r:id="rId13"/>
    <p:sldId id="305" r:id="rId14"/>
    <p:sldId id="306" r:id="rId15"/>
    <p:sldId id="309" r:id="rId16"/>
    <p:sldId id="275" r:id="rId17"/>
    <p:sldId id="307" r:id="rId18"/>
    <p:sldId id="30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145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FF04F2-0F54-458F-A09F-717442087AFB}" type="doc">
      <dgm:prSet loTypeId="urn:microsoft.com/office/officeart/2005/8/layout/vList5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719CD49C-832D-4A88-ABA1-1D38AB3EF107}">
      <dgm:prSet custT="1"/>
      <dgm:spPr/>
      <dgm:t>
        <a:bodyPr/>
        <a:lstStyle/>
        <a:p>
          <a:r>
            <a:rPr lang="vi-VN" sz="2600"/>
            <a:t>1</a:t>
          </a:r>
          <a:r>
            <a:rPr lang="vi-VN" sz="3900"/>
            <a:t>.</a:t>
          </a:r>
          <a:endParaRPr lang="en-US" sz="3900"/>
        </a:p>
      </dgm:t>
    </dgm:pt>
    <dgm:pt modelId="{E060A252-7375-4CF7-88A5-448F4598D809}" type="parTrans" cxnId="{D0037E32-6344-45D8-AA53-5D7190305958}">
      <dgm:prSet/>
      <dgm:spPr/>
      <dgm:t>
        <a:bodyPr/>
        <a:lstStyle/>
        <a:p>
          <a:endParaRPr lang="en-US"/>
        </a:p>
      </dgm:t>
    </dgm:pt>
    <dgm:pt modelId="{550EE4D9-4807-4B55-85C8-118E8FFC80DA}" type="sibTrans" cxnId="{D0037E32-6344-45D8-AA53-5D7190305958}">
      <dgm:prSet/>
      <dgm:spPr/>
      <dgm:t>
        <a:bodyPr/>
        <a:lstStyle/>
        <a:p>
          <a:endParaRPr lang="en-US"/>
        </a:p>
      </dgm:t>
    </dgm:pt>
    <dgm:pt modelId="{4045548D-B74C-4D20-9E6E-5CE13F960C3C}">
      <dgm:prSet custT="1"/>
      <dgm:spPr/>
      <dgm:t>
        <a:bodyPr/>
        <a:lstStyle/>
        <a:p>
          <a:r>
            <a:rPr lang="vi-VN" sz="2600"/>
            <a:t>2.</a:t>
          </a:r>
          <a:endParaRPr lang="en-US" sz="2600"/>
        </a:p>
      </dgm:t>
    </dgm:pt>
    <dgm:pt modelId="{761A8103-26C6-4A94-A687-A29C73CE8984}" type="parTrans" cxnId="{EC83A0EB-8303-40F9-A57E-5D53909A62D9}">
      <dgm:prSet/>
      <dgm:spPr/>
      <dgm:t>
        <a:bodyPr/>
        <a:lstStyle/>
        <a:p>
          <a:endParaRPr lang="en-US"/>
        </a:p>
      </dgm:t>
    </dgm:pt>
    <dgm:pt modelId="{E1B48218-C283-44ED-8D81-8B8EDBAF52EA}" type="sibTrans" cxnId="{EC83A0EB-8303-40F9-A57E-5D53909A62D9}">
      <dgm:prSet/>
      <dgm:spPr/>
      <dgm:t>
        <a:bodyPr/>
        <a:lstStyle/>
        <a:p>
          <a:endParaRPr lang="en-US"/>
        </a:p>
      </dgm:t>
    </dgm:pt>
    <dgm:pt modelId="{2FC8058E-18AC-4EAA-ADCE-440E0E54C6A9}">
      <dgm:prSet custT="1"/>
      <dgm:spPr/>
      <dgm:t>
        <a:bodyPr/>
        <a:lstStyle/>
        <a:p>
          <a:r>
            <a:rPr lang="vi-VN" sz="2600"/>
            <a:t>3.</a:t>
          </a:r>
          <a:endParaRPr lang="en-US" sz="2600"/>
        </a:p>
      </dgm:t>
    </dgm:pt>
    <dgm:pt modelId="{F0FE477D-ACFA-44F0-8865-1F22FF6BDF4A}" type="parTrans" cxnId="{72A081C0-672B-4219-824D-E89411567502}">
      <dgm:prSet/>
      <dgm:spPr/>
      <dgm:t>
        <a:bodyPr/>
        <a:lstStyle/>
        <a:p>
          <a:endParaRPr lang="en-US"/>
        </a:p>
      </dgm:t>
    </dgm:pt>
    <dgm:pt modelId="{B1775394-8C62-4300-B481-2490E811A2A4}" type="sibTrans" cxnId="{72A081C0-672B-4219-824D-E89411567502}">
      <dgm:prSet/>
      <dgm:spPr/>
      <dgm:t>
        <a:bodyPr/>
        <a:lstStyle/>
        <a:p>
          <a:endParaRPr lang="en-US"/>
        </a:p>
      </dgm:t>
    </dgm:pt>
    <dgm:pt modelId="{3E409D1D-8751-416B-BD0B-27DC59F8D0D6}">
      <dgm:prSet custT="1"/>
      <dgm:spPr/>
      <dgm:t>
        <a:bodyPr/>
        <a:lstStyle/>
        <a:p>
          <a:r>
            <a:rPr lang="vi-VN" sz="2600"/>
            <a:t>4. </a:t>
          </a:r>
          <a:endParaRPr lang="en-US" sz="2600"/>
        </a:p>
      </dgm:t>
    </dgm:pt>
    <dgm:pt modelId="{1C64FDC9-B0AC-41E8-AF5A-F2BDB50B42E1}" type="parTrans" cxnId="{6BA84271-5B73-4D72-8159-E22FBD07F906}">
      <dgm:prSet/>
      <dgm:spPr/>
      <dgm:t>
        <a:bodyPr/>
        <a:lstStyle/>
        <a:p>
          <a:endParaRPr lang="en-US"/>
        </a:p>
      </dgm:t>
    </dgm:pt>
    <dgm:pt modelId="{1C2EE675-1E0A-408C-9BE8-BF1ABE6639CF}" type="sibTrans" cxnId="{6BA84271-5B73-4D72-8159-E22FBD07F906}">
      <dgm:prSet/>
      <dgm:spPr/>
      <dgm:t>
        <a:bodyPr/>
        <a:lstStyle/>
        <a:p>
          <a:endParaRPr lang="en-US"/>
        </a:p>
      </dgm:t>
    </dgm:pt>
    <dgm:pt modelId="{29155360-F2F2-4935-9D07-2706AE1CD4A4}">
      <dgm:prSet custT="1"/>
      <dgm:spPr/>
      <dgm:t>
        <a:bodyPr/>
        <a:lstStyle/>
        <a:p>
          <a:r>
            <a:rPr lang="vi-VN" sz="2600"/>
            <a:t>5. </a:t>
          </a:r>
          <a:endParaRPr lang="en-US" sz="2600"/>
        </a:p>
      </dgm:t>
    </dgm:pt>
    <dgm:pt modelId="{DF2D1444-F522-4FAF-90AF-A09268F2F7F5}" type="parTrans" cxnId="{74303B09-6245-4E83-8C6E-A7B5D82811AC}">
      <dgm:prSet/>
      <dgm:spPr/>
      <dgm:t>
        <a:bodyPr/>
        <a:lstStyle/>
        <a:p>
          <a:endParaRPr lang="en-US"/>
        </a:p>
      </dgm:t>
    </dgm:pt>
    <dgm:pt modelId="{48F59182-2E42-4A72-9306-517D27D82289}" type="sibTrans" cxnId="{74303B09-6245-4E83-8C6E-A7B5D82811AC}">
      <dgm:prSet/>
      <dgm:spPr/>
      <dgm:t>
        <a:bodyPr/>
        <a:lstStyle/>
        <a:p>
          <a:endParaRPr lang="en-US"/>
        </a:p>
      </dgm:t>
    </dgm:pt>
    <dgm:pt modelId="{75477F15-EFC3-4842-A04A-939EC8B0F09F}">
      <dgm:prSet custT="1"/>
      <dgm:spPr/>
      <dgm:t>
        <a:bodyPr/>
        <a:lstStyle/>
        <a:p>
          <a:pPr>
            <a:buNone/>
          </a:pPr>
          <a:r>
            <a:rPr lang="en-US" sz="2800" smtClean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smtClean="0">
              <a:latin typeface="Arial" panose="020B0604020202020204" pitchFamily="34" charset="0"/>
              <a:cs typeface="Arial" panose="020B0604020202020204" pitchFamily="34" charset="0"/>
            </a:rPr>
            <a:t>Kết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luận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và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hướng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phát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triển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CDB4CF7-1084-41FB-86EF-35A07AF38F04}" type="sibTrans" cxnId="{1A1BEF5B-B859-4963-8733-73C1FAFB4F82}">
      <dgm:prSet/>
      <dgm:spPr/>
      <dgm:t>
        <a:bodyPr/>
        <a:lstStyle/>
        <a:p>
          <a:endParaRPr lang="en-US"/>
        </a:p>
      </dgm:t>
    </dgm:pt>
    <dgm:pt modelId="{5709DEE1-ED09-4BEA-9097-E7EB51960662}" type="parTrans" cxnId="{1A1BEF5B-B859-4963-8733-73C1FAFB4F82}">
      <dgm:prSet/>
      <dgm:spPr/>
      <dgm:t>
        <a:bodyPr/>
        <a:lstStyle/>
        <a:p>
          <a:endParaRPr lang="en-US"/>
        </a:p>
      </dgm:t>
    </dgm:pt>
    <dgm:pt modelId="{D0E31410-CDCC-4C5F-8429-0623977C4DF2}">
      <dgm:prSet custT="1"/>
      <dgm:spPr/>
      <dgm:t>
        <a:bodyPr/>
        <a:lstStyle/>
        <a:p>
          <a:pPr>
            <a:buNone/>
          </a:pPr>
          <a:r>
            <a:rPr lang="en-US" sz="2600" smtClean="0">
              <a:latin typeface="Arial" panose="020B0604020202020204" pitchFamily="34" charset="0"/>
              <a:cs typeface="Arial" panose="020B0604020202020204" pitchFamily="34" charset="0"/>
            </a:rPr>
            <a:t>  </a:t>
          </a:r>
          <a:r>
            <a:rPr lang="vi-VN" sz="2800" smtClean="0">
              <a:latin typeface="Arial" panose="020B0604020202020204" pitchFamily="34" charset="0"/>
              <a:cs typeface="Arial" panose="020B0604020202020204" pitchFamily="34" charset="0"/>
            </a:rPr>
            <a:t>Kết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quả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smtClean="0">
              <a:latin typeface="Arial" panose="020B0604020202020204" pitchFamily="34" charset="0"/>
              <a:cs typeface="Arial" panose="020B0604020202020204" pitchFamily="34" charset="0"/>
            </a:rPr>
            <a:t>nghiên cứu </a:t>
          </a:r>
          <a:r>
            <a:rPr lang="vi-VN" sz="2800" smtClean="0">
              <a:latin typeface="Arial" panose="020B0604020202020204" pitchFamily="34" charset="0"/>
              <a:cs typeface="Arial" panose="020B0604020202020204" pitchFamily="34" charset="0"/>
            </a:rPr>
            <a:t>và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đánh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giá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703F22C-559C-49E1-AA6A-556805CFFFA5}" type="sibTrans" cxnId="{56338FC0-5DF8-4179-B5D8-B78E024BFFE3}">
      <dgm:prSet/>
      <dgm:spPr/>
      <dgm:t>
        <a:bodyPr/>
        <a:lstStyle/>
        <a:p>
          <a:endParaRPr lang="en-US"/>
        </a:p>
      </dgm:t>
    </dgm:pt>
    <dgm:pt modelId="{8F462461-9CD6-4E8D-8641-F5C2AA4DC99C}" type="parTrans" cxnId="{56338FC0-5DF8-4179-B5D8-B78E024BFFE3}">
      <dgm:prSet/>
      <dgm:spPr/>
      <dgm:t>
        <a:bodyPr/>
        <a:lstStyle/>
        <a:p>
          <a:endParaRPr lang="en-US"/>
        </a:p>
      </dgm:t>
    </dgm:pt>
    <dgm:pt modelId="{2B6FC07C-8A9B-43D3-8CE9-8361F830AA6C}">
      <dgm:prSet custT="1"/>
      <dgm:spPr/>
      <dgm:t>
        <a:bodyPr/>
        <a:lstStyle/>
        <a:p>
          <a:pPr>
            <a:buNone/>
          </a:pPr>
          <a:r>
            <a:rPr lang="vi-VN" sz="26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600" smtClean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smtClean="0">
              <a:latin typeface="Arial" panose="020B0604020202020204" pitchFamily="34" charset="0"/>
              <a:cs typeface="Arial" panose="020B0604020202020204" pitchFamily="34" charset="0"/>
            </a:rPr>
            <a:t>Hiện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thực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hóa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hệ</a:t>
          </a:r>
          <a:r>
            <a:rPr lang="vi-VN" sz="28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err="1">
              <a:latin typeface="Arial" panose="020B0604020202020204" pitchFamily="34" charset="0"/>
              <a:cs typeface="Arial" panose="020B0604020202020204" pitchFamily="34" charset="0"/>
            </a:rPr>
            <a:t>thống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DBB479A-7DC2-4CF6-A1E3-6AE0BA14D12F}" type="sibTrans" cxnId="{B40EF6D4-4A77-439B-B81B-8D5212470A96}">
      <dgm:prSet/>
      <dgm:spPr/>
      <dgm:t>
        <a:bodyPr/>
        <a:lstStyle/>
        <a:p>
          <a:endParaRPr lang="en-US"/>
        </a:p>
      </dgm:t>
    </dgm:pt>
    <dgm:pt modelId="{AE9CDDC1-EBBC-4DC5-953C-CDC379E897EB}" type="parTrans" cxnId="{B40EF6D4-4A77-439B-B81B-8D5212470A96}">
      <dgm:prSet/>
      <dgm:spPr/>
      <dgm:t>
        <a:bodyPr/>
        <a:lstStyle/>
        <a:p>
          <a:endParaRPr lang="en-US"/>
        </a:p>
      </dgm:t>
    </dgm:pt>
    <dgm:pt modelId="{8381BC58-079F-4D7E-89B5-4AF438BAAA12}">
      <dgm:prSet custT="1"/>
      <dgm:spPr/>
      <dgm:t>
        <a:bodyPr/>
        <a:lstStyle/>
        <a:p>
          <a:pPr>
            <a:buNone/>
          </a:pPr>
          <a:r>
            <a:rPr lang="vi-VN" sz="29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smtClean="0">
              <a:latin typeface="Arial" panose="020B0604020202020204" pitchFamily="34" charset="0"/>
              <a:cs typeface="Arial" panose="020B0604020202020204" pitchFamily="34" charset="0"/>
            </a:rPr>
            <a:t>Cơ sở lý thuyết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3F9141A-42B7-4F7F-8A20-FF86E53C3C4D}" type="sibTrans" cxnId="{62F509E4-842A-4CE3-A61A-0C945AAD3A31}">
      <dgm:prSet/>
      <dgm:spPr/>
      <dgm:t>
        <a:bodyPr/>
        <a:lstStyle/>
        <a:p>
          <a:endParaRPr lang="en-US"/>
        </a:p>
      </dgm:t>
    </dgm:pt>
    <dgm:pt modelId="{4BA17886-CE5E-4DB9-8403-65A6EB088EF8}" type="parTrans" cxnId="{62F509E4-842A-4CE3-A61A-0C945AAD3A31}">
      <dgm:prSet/>
      <dgm:spPr/>
      <dgm:t>
        <a:bodyPr/>
        <a:lstStyle/>
        <a:p>
          <a:endParaRPr lang="en-US"/>
        </a:p>
      </dgm:t>
    </dgm:pt>
    <dgm:pt modelId="{87662E60-E101-40E8-9E2C-4415B1E72AF9}">
      <dgm:prSet custT="1"/>
      <dgm:spPr/>
      <dgm:t>
        <a:bodyPr/>
        <a:lstStyle/>
        <a:p>
          <a:pPr>
            <a:buFontTx/>
            <a:buNone/>
          </a:pPr>
          <a:r>
            <a:rPr lang="vi-VN" sz="29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smtClean="0">
              <a:latin typeface="Arial" panose="020B0604020202020204" pitchFamily="34" charset="0"/>
              <a:cs typeface="Arial" panose="020B0604020202020204" pitchFamily="34" charset="0"/>
            </a:rPr>
            <a:t>Tổng quan nghiên cứu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4862C7C-BD0A-473C-9100-3525660D0005}" type="sibTrans" cxnId="{9058C539-B3C1-484A-A12E-43015FE34634}">
      <dgm:prSet/>
      <dgm:spPr/>
      <dgm:t>
        <a:bodyPr/>
        <a:lstStyle/>
        <a:p>
          <a:endParaRPr lang="en-US"/>
        </a:p>
      </dgm:t>
    </dgm:pt>
    <dgm:pt modelId="{86C1997D-59ED-4745-A447-9164C8FE9CEA}" type="parTrans" cxnId="{9058C539-B3C1-484A-A12E-43015FE34634}">
      <dgm:prSet/>
      <dgm:spPr/>
      <dgm:t>
        <a:bodyPr/>
        <a:lstStyle/>
        <a:p>
          <a:endParaRPr lang="en-US"/>
        </a:p>
      </dgm:t>
    </dgm:pt>
    <dgm:pt modelId="{B0849624-1846-4845-B4BE-FF4C57855E73}" type="pres">
      <dgm:prSet presAssocID="{2AFF04F2-0F54-458F-A09F-717442087AFB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8E222D93-ADF5-45EE-ACC4-EE04B3AA062B}" type="pres">
      <dgm:prSet presAssocID="{719CD49C-832D-4A88-ABA1-1D38AB3EF107}" presName="linNode" presStyleCnt="0"/>
      <dgm:spPr/>
    </dgm:pt>
    <dgm:pt modelId="{878CFC51-EF2C-4ABC-AC3F-C0001287C09A}" type="pres">
      <dgm:prSet presAssocID="{719CD49C-832D-4A88-ABA1-1D38AB3EF107}" presName="parentText" presStyleLbl="node1" presStyleIdx="0" presStyleCnt="5" custScaleX="29956" custScaleY="8575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7CAA7FF-E2EF-4A5C-8A6C-39967C3D42F6}" type="pres">
      <dgm:prSet presAssocID="{719CD49C-832D-4A88-ABA1-1D38AB3EF107}" presName="descendantText" presStyleLbl="alignAccFollow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CD544D3-5272-4483-AB3F-E30ADA27069E}" type="pres">
      <dgm:prSet presAssocID="{550EE4D9-4807-4B55-85C8-118E8FFC80DA}" presName="sp" presStyleCnt="0"/>
      <dgm:spPr/>
    </dgm:pt>
    <dgm:pt modelId="{92E62A58-2F89-4651-AC52-C45997725530}" type="pres">
      <dgm:prSet presAssocID="{4045548D-B74C-4D20-9E6E-5CE13F960C3C}" presName="linNode" presStyleCnt="0"/>
      <dgm:spPr/>
    </dgm:pt>
    <dgm:pt modelId="{B6D58A57-108C-432F-BCBE-ADAAC4812B42}" type="pres">
      <dgm:prSet presAssocID="{4045548D-B74C-4D20-9E6E-5CE13F960C3C}" presName="parentText" presStyleLbl="node1" presStyleIdx="1" presStyleCnt="5" custScaleX="29956" custScaleY="8151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54AA11A-6849-414D-9A9E-F324DA443212}" type="pres">
      <dgm:prSet presAssocID="{4045548D-B74C-4D20-9E6E-5CE13F960C3C}" presName="descendantText" presStyleLbl="alignAccFollow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DA66768-237C-4AAC-92EE-9B66DA676EFD}" type="pres">
      <dgm:prSet presAssocID="{E1B48218-C283-44ED-8D81-8B8EDBAF52EA}" presName="sp" presStyleCnt="0"/>
      <dgm:spPr/>
    </dgm:pt>
    <dgm:pt modelId="{0AC40E01-374A-4092-9EA1-247E8E02CF9B}" type="pres">
      <dgm:prSet presAssocID="{2FC8058E-18AC-4EAA-ADCE-440E0E54C6A9}" presName="linNode" presStyleCnt="0"/>
      <dgm:spPr/>
    </dgm:pt>
    <dgm:pt modelId="{4B3C770F-D2AE-43FE-9C67-6916341107AB}" type="pres">
      <dgm:prSet presAssocID="{2FC8058E-18AC-4EAA-ADCE-440E0E54C6A9}" presName="parentText" presStyleLbl="node1" presStyleIdx="2" presStyleCnt="5" custScaleX="29956" custScaleY="80065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22D94FF-AAA8-40C9-B822-9FB873BB820F}" type="pres">
      <dgm:prSet presAssocID="{2FC8058E-18AC-4EAA-ADCE-440E0E54C6A9}" presName="descendantText" presStyleLbl="alignAccFollowNode1" presStyleIdx="2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606AE7B-1A1E-4D87-B80B-7B43A4A56D11}" type="pres">
      <dgm:prSet presAssocID="{B1775394-8C62-4300-B481-2490E811A2A4}" presName="sp" presStyleCnt="0"/>
      <dgm:spPr/>
    </dgm:pt>
    <dgm:pt modelId="{5B6904A1-2607-44FE-A959-7028B2F45135}" type="pres">
      <dgm:prSet presAssocID="{3E409D1D-8751-416B-BD0B-27DC59F8D0D6}" presName="linNode" presStyleCnt="0"/>
      <dgm:spPr/>
    </dgm:pt>
    <dgm:pt modelId="{D3C3D0CC-92EA-46A0-84EB-37F73817F3B9}" type="pres">
      <dgm:prSet presAssocID="{3E409D1D-8751-416B-BD0B-27DC59F8D0D6}" presName="parentText" presStyleLbl="node1" presStyleIdx="3" presStyleCnt="5" custScaleX="29936" custScaleY="8830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17F480A-8C33-40F9-9F77-C7CC13E17C89}" type="pres">
      <dgm:prSet presAssocID="{3E409D1D-8751-416B-BD0B-27DC59F8D0D6}" presName="descendantText" presStyleLbl="alignAccFollow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FADBE53-5C79-4BB9-960B-E9EFBDA46708}" type="pres">
      <dgm:prSet presAssocID="{1C2EE675-1E0A-408C-9BE8-BF1ABE6639CF}" presName="sp" presStyleCnt="0"/>
      <dgm:spPr/>
    </dgm:pt>
    <dgm:pt modelId="{6B494C73-C901-468D-97D2-7760AFF0A218}" type="pres">
      <dgm:prSet presAssocID="{29155360-F2F2-4935-9D07-2706AE1CD4A4}" presName="linNode" presStyleCnt="0"/>
      <dgm:spPr/>
    </dgm:pt>
    <dgm:pt modelId="{94F87D9D-C374-480F-A9D5-6BAE9E1D24D7}" type="pres">
      <dgm:prSet presAssocID="{29155360-F2F2-4935-9D07-2706AE1CD4A4}" presName="parentText" presStyleLbl="node1" presStyleIdx="4" presStyleCnt="5" custScaleX="29370" custScaleY="94649" custLinFactNeighborX="214" custLinFactNeighborY="65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EC6C39A-A127-4485-81F4-BF2F323C2A77}" type="pres">
      <dgm:prSet presAssocID="{29155360-F2F2-4935-9D07-2706AE1CD4A4}" presName="descendantText" presStyleLbl="alignAccFollowNode1" presStyleIdx="4" presStyleCnt="5" custScaleY="119755" custLinFactNeighborY="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6A21A43D-D68E-4BB6-97EE-481FCB0B312A}" type="presOf" srcId="{3E409D1D-8751-416B-BD0B-27DC59F8D0D6}" destId="{D3C3D0CC-92EA-46A0-84EB-37F73817F3B9}" srcOrd="0" destOrd="0" presId="urn:microsoft.com/office/officeart/2005/8/layout/vList5"/>
    <dgm:cxn modelId="{72A081C0-672B-4219-824D-E89411567502}" srcId="{2AFF04F2-0F54-458F-A09F-717442087AFB}" destId="{2FC8058E-18AC-4EAA-ADCE-440E0E54C6A9}" srcOrd="2" destOrd="0" parTransId="{F0FE477D-ACFA-44F0-8865-1F22FF6BDF4A}" sibTransId="{B1775394-8C62-4300-B481-2490E811A2A4}"/>
    <dgm:cxn modelId="{CDF7C060-D5B1-41D1-9260-6725DD942A73}" type="presOf" srcId="{87662E60-E101-40E8-9E2C-4415B1E72AF9}" destId="{67CAA7FF-E2EF-4A5C-8A6C-39967C3D42F6}" srcOrd="0" destOrd="0" presId="urn:microsoft.com/office/officeart/2005/8/layout/vList5"/>
    <dgm:cxn modelId="{6BA84271-5B73-4D72-8159-E22FBD07F906}" srcId="{2AFF04F2-0F54-458F-A09F-717442087AFB}" destId="{3E409D1D-8751-416B-BD0B-27DC59F8D0D6}" srcOrd="3" destOrd="0" parTransId="{1C64FDC9-B0AC-41E8-AF5A-F2BDB50B42E1}" sibTransId="{1C2EE675-1E0A-408C-9BE8-BF1ABE6639CF}"/>
    <dgm:cxn modelId="{B40EF6D4-4A77-439B-B81B-8D5212470A96}" srcId="{2FC8058E-18AC-4EAA-ADCE-440E0E54C6A9}" destId="{2B6FC07C-8A9B-43D3-8CE9-8361F830AA6C}" srcOrd="0" destOrd="0" parTransId="{AE9CDDC1-EBBC-4DC5-953C-CDC379E897EB}" sibTransId="{8DBB479A-7DC2-4CF6-A1E3-6AE0BA14D12F}"/>
    <dgm:cxn modelId="{EC83A0EB-8303-40F9-A57E-5D53909A62D9}" srcId="{2AFF04F2-0F54-458F-A09F-717442087AFB}" destId="{4045548D-B74C-4D20-9E6E-5CE13F960C3C}" srcOrd="1" destOrd="0" parTransId="{761A8103-26C6-4A94-A687-A29C73CE8984}" sibTransId="{E1B48218-C283-44ED-8D81-8B8EDBAF52EA}"/>
    <dgm:cxn modelId="{8342BEBD-ED52-456E-BA6F-FA5CDDA88032}" type="presOf" srcId="{29155360-F2F2-4935-9D07-2706AE1CD4A4}" destId="{94F87D9D-C374-480F-A9D5-6BAE9E1D24D7}" srcOrd="0" destOrd="0" presId="urn:microsoft.com/office/officeart/2005/8/layout/vList5"/>
    <dgm:cxn modelId="{79F4C665-F77D-4856-AF70-0EC3AFCFE5B0}" type="presOf" srcId="{D0E31410-CDCC-4C5F-8429-0623977C4DF2}" destId="{317F480A-8C33-40F9-9F77-C7CC13E17C89}" srcOrd="0" destOrd="0" presId="urn:microsoft.com/office/officeart/2005/8/layout/vList5"/>
    <dgm:cxn modelId="{74303B09-6245-4E83-8C6E-A7B5D82811AC}" srcId="{2AFF04F2-0F54-458F-A09F-717442087AFB}" destId="{29155360-F2F2-4935-9D07-2706AE1CD4A4}" srcOrd="4" destOrd="0" parTransId="{DF2D1444-F522-4FAF-90AF-A09268F2F7F5}" sibTransId="{48F59182-2E42-4A72-9306-517D27D82289}"/>
    <dgm:cxn modelId="{BEE70391-D7AE-4C10-A78F-8B3D8A70A6A6}" type="presOf" srcId="{719CD49C-832D-4A88-ABA1-1D38AB3EF107}" destId="{878CFC51-EF2C-4ABC-AC3F-C0001287C09A}" srcOrd="0" destOrd="0" presId="urn:microsoft.com/office/officeart/2005/8/layout/vList5"/>
    <dgm:cxn modelId="{62F509E4-842A-4CE3-A61A-0C945AAD3A31}" srcId="{4045548D-B74C-4D20-9E6E-5CE13F960C3C}" destId="{8381BC58-079F-4D7E-89B5-4AF438BAAA12}" srcOrd="0" destOrd="0" parTransId="{4BA17886-CE5E-4DB9-8403-65A6EB088EF8}" sibTransId="{F3F9141A-42B7-4F7F-8A20-FF86E53C3C4D}"/>
    <dgm:cxn modelId="{9058C539-B3C1-484A-A12E-43015FE34634}" srcId="{719CD49C-832D-4A88-ABA1-1D38AB3EF107}" destId="{87662E60-E101-40E8-9E2C-4415B1E72AF9}" srcOrd="0" destOrd="0" parTransId="{86C1997D-59ED-4745-A447-9164C8FE9CEA}" sibTransId="{F4862C7C-BD0A-473C-9100-3525660D0005}"/>
    <dgm:cxn modelId="{15861F13-61BD-410D-9484-A97E4B0CCA4A}" type="presOf" srcId="{2B6FC07C-8A9B-43D3-8CE9-8361F830AA6C}" destId="{D22D94FF-AAA8-40C9-B822-9FB873BB820F}" srcOrd="0" destOrd="0" presId="urn:microsoft.com/office/officeart/2005/8/layout/vList5"/>
    <dgm:cxn modelId="{56338FC0-5DF8-4179-B5D8-B78E024BFFE3}" srcId="{3E409D1D-8751-416B-BD0B-27DC59F8D0D6}" destId="{D0E31410-CDCC-4C5F-8429-0623977C4DF2}" srcOrd="0" destOrd="0" parTransId="{8F462461-9CD6-4E8D-8641-F5C2AA4DC99C}" sibTransId="{A703F22C-559C-49E1-AA6A-556805CFFFA5}"/>
    <dgm:cxn modelId="{F1254762-4F38-48CE-9EDF-B0E64AA50E30}" type="presOf" srcId="{75477F15-EFC3-4842-A04A-939EC8B0F09F}" destId="{DEC6C39A-A127-4485-81F4-BF2F323C2A77}" srcOrd="0" destOrd="0" presId="urn:microsoft.com/office/officeart/2005/8/layout/vList5"/>
    <dgm:cxn modelId="{1A1BEF5B-B859-4963-8733-73C1FAFB4F82}" srcId="{29155360-F2F2-4935-9D07-2706AE1CD4A4}" destId="{75477F15-EFC3-4842-A04A-939EC8B0F09F}" srcOrd="0" destOrd="0" parTransId="{5709DEE1-ED09-4BEA-9097-E7EB51960662}" sibTransId="{2CDB4CF7-1084-41FB-86EF-35A07AF38F04}"/>
    <dgm:cxn modelId="{076450C1-76CB-4C84-BA3F-3168A861936B}" type="presOf" srcId="{8381BC58-079F-4D7E-89B5-4AF438BAAA12}" destId="{554AA11A-6849-414D-9A9E-F324DA443212}" srcOrd="0" destOrd="0" presId="urn:microsoft.com/office/officeart/2005/8/layout/vList5"/>
    <dgm:cxn modelId="{37474FDE-D809-418D-8CBE-526AE09A4411}" type="presOf" srcId="{4045548D-B74C-4D20-9E6E-5CE13F960C3C}" destId="{B6D58A57-108C-432F-BCBE-ADAAC4812B42}" srcOrd="0" destOrd="0" presId="urn:microsoft.com/office/officeart/2005/8/layout/vList5"/>
    <dgm:cxn modelId="{EE65A9F1-2806-466C-80B7-6868D6A4B3C8}" type="presOf" srcId="{2FC8058E-18AC-4EAA-ADCE-440E0E54C6A9}" destId="{4B3C770F-D2AE-43FE-9C67-6916341107AB}" srcOrd="0" destOrd="0" presId="urn:microsoft.com/office/officeart/2005/8/layout/vList5"/>
    <dgm:cxn modelId="{D0037E32-6344-45D8-AA53-5D7190305958}" srcId="{2AFF04F2-0F54-458F-A09F-717442087AFB}" destId="{719CD49C-832D-4A88-ABA1-1D38AB3EF107}" srcOrd="0" destOrd="0" parTransId="{E060A252-7375-4CF7-88A5-448F4598D809}" sibTransId="{550EE4D9-4807-4B55-85C8-118E8FFC80DA}"/>
    <dgm:cxn modelId="{A2249E85-C975-4931-AF71-3317DA96777B}" type="presOf" srcId="{2AFF04F2-0F54-458F-A09F-717442087AFB}" destId="{B0849624-1846-4845-B4BE-FF4C57855E73}" srcOrd="0" destOrd="0" presId="urn:microsoft.com/office/officeart/2005/8/layout/vList5"/>
    <dgm:cxn modelId="{1CC2B1DD-C87C-44E6-A22E-86144636F26A}" type="presParOf" srcId="{B0849624-1846-4845-B4BE-FF4C57855E73}" destId="{8E222D93-ADF5-45EE-ACC4-EE04B3AA062B}" srcOrd="0" destOrd="0" presId="urn:microsoft.com/office/officeart/2005/8/layout/vList5"/>
    <dgm:cxn modelId="{7B6F89D0-D589-45DF-9B8C-EA6E2ED47B97}" type="presParOf" srcId="{8E222D93-ADF5-45EE-ACC4-EE04B3AA062B}" destId="{878CFC51-EF2C-4ABC-AC3F-C0001287C09A}" srcOrd="0" destOrd="0" presId="urn:microsoft.com/office/officeart/2005/8/layout/vList5"/>
    <dgm:cxn modelId="{ACDF55F1-DAA1-435A-944D-14805AD7B7AA}" type="presParOf" srcId="{8E222D93-ADF5-45EE-ACC4-EE04B3AA062B}" destId="{67CAA7FF-E2EF-4A5C-8A6C-39967C3D42F6}" srcOrd="1" destOrd="0" presId="urn:microsoft.com/office/officeart/2005/8/layout/vList5"/>
    <dgm:cxn modelId="{E603533C-60E8-4414-8312-B2DD44039F48}" type="presParOf" srcId="{B0849624-1846-4845-B4BE-FF4C57855E73}" destId="{ACD544D3-5272-4483-AB3F-E30ADA27069E}" srcOrd="1" destOrd="0" presId="urn:microsoft.com/office/officeart/2005/8/layout/vList5"/>
    <dgm:cxn modelId="{426D0F3E-7FF1-4757-90CE-950518D116F4}" type="presParOf" srcId="{B0849624-1846-4845-B4BE-FF4C57855E73}" destId="{92E62A58-2F89-4651-AC52-C45997725530}" srcOrd="2" destOrd="0" presId="urn:microsoft.com/office/officeart/2005/8/layout/vList5"/>
    <dgm:cxn modelId="{E370550A-B582-4EA1-91CB-2A78B4201483}" type="presParOf" srcId="{92E62A58-2F89-4651-AC52-C45997725530}" destId="{B6D58A57-108C-432F-BCBE-ADAAC4812B42}" srcOrd="0" destOrd="0" presId="urn:microsoft.com/office/officeart/2005/8/layout/vList5"/>
    <dgm:cxn modelId="{966B2113-6533-46E5-9C52-7630EC15B4A4}" type="presParOf" srcId="{92E62A58-2F89-4651-AC52-C45997725530}" destId="{554AA11A-6849-414D-9A9E-F324DA443212}" srcOrd="1" destOrd="0" presId="urn:microsoft.com/office/officeart/2005/8/layout/vList5"/>
    <dgm:cxn modelId="{5AE66638-E45E-4BD0-88A2-2CD883AF6EC6}" type="presParOf" srcId="{B0849624-1846-4845-B4BE-FF4C57855E73}" destId="{8DA66768-237C-4AAC-92EE-9B66DA676EFD}" srcOrd="3" destOrd="0" presId="urn:microsoft.com/office/officeart/2005/8/layout/vList5"/>
    <dgm:cxn modelId="{7D6E2415-E138-4254-8652-10C991B958C9}" type="presParOf" srcId="{B0849624-1846-4845-B4BE-FF4C57855E73}" destId="{0AC40E01-374A-4092-9EA1-247E8E02CF9B}" srcOrd="4" destOrd="0" presId="urn:microsoft.com/office/officeart/2005/8/layout/vList5"/>
    <dgm:cxn modelId="{196FB5E4-8A2C-4BD0-8642-FF78F6455198}" type="presParOf" srcId="{0AC40E01-374A-4092-9EA1-247E8E02CF9B}" destId="{4B3C770F-D2AE-43FE-9C67-6916341107AB}" srcOrd="0" destOrd="0" presId="urn:microsoft.com/office/officeart/2005/8/layout/vList5"/>
    <dgm:cxn modelId="{68C67E80-1DE7-4213-806F-E7C6FBBB8738}" type="presParOf" srcId="{0AC40E01-374A-4092-9EA1-247E8E02CF9B}" destId="{D22D94FF-AAA8-40C9-B822-9FB873BB820F}" srcOrd="1" destOrd="0" presId="urn:microsoft.com/office/officeart/2005/8/layout/vList5"/>
    <dgm:cxn modelId="{D578496C-C0C1-4E4E-9C8D-9AD86CD4995F}" type="presParOf" srcId="{B0849624-1846-4845-B4BE-FF4C57855E73}" destId="{0606AE7B-1A1E-4D87-B80B-7B43A4A56D11}" srcOrd="5" destOrd="0" presId="urn:microsoft.com/office/officeart/2005/8/layout/vList5"/>
    <dgm:cxn modelId="{56642488-C212-496F-A1C8-750C122DA9F9}" type="presParOf" srcId="{B0849624-1846-4845-B4BE-FF4C57855E73}" destId="{5B6904A1-2607-44FE-A959-7028B2F45135}" srcOrd="6" destOrd="0" presId="urn:microsoft.com/office/officeart/2005/8/layout/vList5"/>
    <dgm:cxn modelId="{A2B770D8-2C2E-4FE7-851D-C5D4234286DB}" type="presParOf" srcId="{5B6904A1-2607-44FE-A959-7028B2F45135}" destId="{D3C3D0CC-92EA-46A0-84EB-37F73817F3B9}" srcOrd="0" destOrd="0" presId="urn:microsoft.com/office/officeart/2005/8/layout/vList5"/>
    <dgm:cxn modelId="{1F70F5F7-B9DD-4885-94E6-497AE0D13841}" type="presParOf" srcId="{5B6904A1-2607-44FE-A959-7028B2F45135}" destId="{317F480A-8C33-40F9-9F77-C7CC13E17C89}" srcOrd="1" destOrd="0" presId="urn:microsoft.com/office/officeart/2005/8/layout/vList5"/>
    <dgm:cxn modelId="{BAE974D1-56D1-46B4-8DCF-F8736C5D0502}" type="presParOf" srcId="{B0849624-1846-4845-B4BE-FF4C57855E73}" destId="{BFADBE53-5C79-4BB9-960B-E9EFBDA46708}" srcOrd="7" destOrd="0" presId="urn:microsoft.com/office/officeart/2005/8/layout/vList5"/>
    <dgm:cxn modelId="{17801A21-64C1-463C-9C69-18D13780BF79}" type="presParOf" srcId="{B0849624-1846-4845-B4BE-FF4C57855E73}" destId="{6B494C73-C901-468D-97D2-7760AFF0A218}" srcOrd="8" destOrd="0" presId="urn:microsoft.com/office/officeart/2005/8/layout/vList5"/>
    <dgm:cxn modelId="{9B360CC8-D1E2-4099-BDD4-5830856D13EA}" type="presParOf" srcId="{6B494C73-C901-468D-97D2-7760AFF0A218}" destId="{94F87D9D-C374-480F-A9D5-6BAE9E1D24D7}" srcOrd="0" destOrd="0" presId="urn:microsoft.com/office/officeart/2005/8/layout/vList5"/>
    <dgm:cxn modelId="{CF775A4B-0C65-4F5F-A4DD-C8D6F923A000}" type="presParOf" srcId="{6B494C73-C901-468D-97D2-7760AFF0A218}" destId="{DEC6C39A-A127-4485-81F4-BF2F323C2A7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87D8256-1659-432A-9D0B-7F4F9320D9EB}" type="doc">
      <dgm:prSet loTypeId="urn:microsoft.com/office/officeart/2005/8/layout/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E952668C-975F-470E-85AE-4A2C08912C7D}">
      <dgm:prSet custT="1"/>
      <dgm:spPr/>
      <dgm:t>
        <a:bodyPr/>
        <a:lstStyle/>
        <a:p>
          <a:pPr algn="l"/>
          <a:r>
            <a:rPr lang="en-US" sz="2400" b="1" smtClean="0"/>
            <a:t>Thực trạng hiện tại</a:t>
          </a:r>
          <a:endParaRPr lang="en-US" sz="2400">
            <a:solidFill>
              <a:srgbClr val="FFFF00"/>
            </a:solidFill>
          </a:endParaRPr>
        </a:p>
      </dgm:t>
    </dgm:pt>
    <dgm:pt modelId="{30B5313B-3348-4EC4-80AC-05838E0DB9D9}" type="parTrans" cxnId="{D8D81CBC-ACB1-4C68-9CD6-1E5807C36886}">
      <dgm:prSet/>
      <dgm:spPr/>
      <dgm:t>
        <a:bodyPr/>
        <a:lstStyle/>
        <a:p>
          <a:pPr algn="l"/>
          <a:endParaRPr lang="en-US" sz="2000"/>
        </a:p>
      </dgm:t>
    </dgm:pt>
    <dgm:pt modelId="{5B4A5D51-046A-4696-96E4-08F5338ECAA4}" type="sibTrans" cxnId="{D8D81CBC-ACB1-4C68-9CD6-1E5807C36886}">
      <dgm:prSet/>
      <dgm:spPr/>
      <dgm:t>
        <a:bodyPr/>
        <a:lstStyle/>
        <a:p>
          <a:pPr algn="l"/>
          <a:endParaRPr lang="en-US" sz="2000"/>
        </a:p>
      </dgm:t>
    </dgm:pt>
    <dgm:pt modelId="{D62D50D1-EE9F-4322-8446-72807BDDC2A3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400" b="0" smtClean="0">
              <a:latin typeface="Arial" panose="020B0604020202020204" pitchFamily="34" charset="0"/>
              <a:cs typeface="Arial" panose="020B0604020202020204" pitchFamily="34" charset="0"/>
            </a:rPr>
            <a:t>Nguồn học liệu lớn, chủ yếu bằng tiếng Anh</a:t>
          </a:r>
          <a:endParaRPr lang="en-US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D82F050-B62D-421F-980D-80EB6269DD22}" type="parTrans" cxnId="{19FA11D4-1A15-4D93-8DFA-0E8B324E7500}">
      <dgm:prSet/>
      <dgm:spPr/>
      <dgm:t>
        <a:bodyPr/>
        <a:lstStyle/>
        <a:p>
          <a:pPr algn="l"/>
          <a:endParaRPr lang="en-US" sz="2000"/>
        </a:p>
      </dgm:t>
    </dgm:pt>
    <dgm:pt modelId="{BAB88D84-78F0-4E67-853A-20CF6B292CD9}" type="sibTrans" cxnId="{19FA11D4-1A15-4D93-8DFA-0E8B324E7500}">
      <dgm:prSet/>
      <dgm:spPr/>
      <dgm:t>
        <a:bodyPr/>
        <a:lstStyle/>
        <a:p>
          <a:pPr algn="l"/>
          <a:endParaRPr lang="en-US" sz="2000"/>
        </a:p>
      </dgm:t>
    </dgm:pt>
    <dgm:pt modelId="{559DBAB0-165C-4519-BCBF-74841D553990}">
      <dgm:prSet custT="1"/>
      <dgm:spPr/>
      <dgm:t>
        <a:bodyPr/>
        <a:lstStyle/>
        <a:p>
          <a:pPr algn="l"/>
          <a:r>
            <a:rPr lang="en-US" sz="2400" b="1" err="1"/>
            <a:t>Vấn</a:t>
          </a:r>
          <a:r>
            <a:rPr lang="en-US" sz="2400" b="1"/>
            <a:t> </a:t>
          </a:r>
          <a:r>
            <a:rPr lang="en-US" sz="2400" b="1" err="1"/>
            <a:t>đề</a:t>
          </a:r>
          <a:endParaRPr lang="en-US" sz="2400"/>
        </a:p>
      </dgm:t>
    </dgm:pt>
    <dgm:pt modelId="{05CAB70D-014A-4D45-AFBE-1A8B49DCC621}" type="parTrans" cxnId="{4C2010E5-A35D-4F5F-9F37-9CA764983542}">
      <dgm:prSet/>
      <dgm:spPr/>
      <dgm:t>
        <a:bodyPr/>
        <a:lstStyle/>
        <a:p>
          <a:pPr algn="l"/>
          <a:endParaRPr lang="en-US" sz="2000"/>
        </a:p>
      </dgm:t>
    </dgm:pt>
    <dgm:pt modelId="{0BD09816-00A9-4E33-8C83-AE06967AA411}" type="sibTrans" cxnId="{4C2010E5-A35D-4F5F-9F37-9CA764983542}">
      <dgm:prSet/>
      <dgm:spPr/>
      <dgm:t>
        <a:bodyPr/>
        <a:lstStyle/>
        <a:p>
          <a:pPr algn="l"/>
          <a:endParaRPr lang="en-US" sz="2000"/>
        </a:p>
      </dgm:t>
    </dgm:pt>
    <dgm:pt modelId="{0FFA85E1-284E-4378-9668-B59008A155BE}">
      <dgm:prSet custT="1"/>
      <dgm:spPr/>
      <dgm:t>
        <a:bodyPr/>
        <a:lstStyle/>
        <a:p>
          <a:pPr algn="l"/>
          <a:r>
            <a:rPr lang="vi-VN" sz="2400" b="0" smtClean="0">
              <a:latin typeface="Arial" panose="020B0604020202020204" pitchFamily="34" charset="0"/>
              <a:cs typeface="Arial" panose="020B0604020202020204" pitchFamily="34" charset="0"/>
            </a:rPr>
            <a:t>Khó bám sát đề cương môn học</a:t>
          </a:r>
          <a:endParaRPr lang="vi-VN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6AA499E-9B8C-4082-A375-108A80900696}" type="parTrans" cxnId="{90F53AD0-EBCE-434A-83E5-9F37428797B3}">
      <dgm:prSet/>
      <dgm:spPr/>
      <dgm:t>
        <a:bodyPr/>
        <a:lstStyle/>
        <a:p>
          <a:pPr algn="l"/>
          <a:endParaRPr lang="en-US" sz="2000"/>
        </a:p>
      </dgm:t>
    </dgm:pt>
    <dgm:pt modelId="{9536FE3B-62EE-4DA2-8287-C32F11D40FB1}" type="sibTrans" cxnId="{90F53AD0-EBCE-434A-83E5-9F37428797B3}">
      <dgm:prSet/>
      <dgm:spPr/>
      <dgm:t>
        <a:bodyPr/>
        <a:lstStyle/>
        <a:p>
          <a:pPr algn="l"/>
          <a:endParaRPr lang="en-US" sz="2000"/>
        </a:p>
      </dgm:t>
    </dgm:pt>
    <dgm:pt modelId="{BF7CED12-C90A-447C-9046-2D274B758DD9}">
      <dgm:prSet custT="1"/>
      <dgm:spPr/>
      <dgm:t>
        <a:bodyPr/>
        <a:lstStyle/>
        <a:p>
          <a:pPr algn="l"/>
          <a:r>
            <a:rPr lang="en-US" sz="2400" b="1" err="1"/>
            <a:t>Hạn</a:t>
          </a:r>
          <a:r>
            <a:rPr lang="en-US" sz="2400" b="1"/>
            <a:t> </a:t>
          </a:r>
          <a:r>
            <a:rPr lang="en-US" sz="2400" b="1" err="1"/>
            <a:t>chế</a:t>
          </a:r>
          <a:r>
            <a:rPr lang="en-US" sz="2400" b="1"/>
            <a:t> </a:t>
          </a:r>
          <a:r>
            <a:rPr lang="en-US" sz="2400" b="1" smtClean="0"/>
            <a:t>của các công cụ AI hiện </a:t>
          </a:r>
          <a:r>
            <a:rPr lang="en-US" sz="2400" b="1"/>
            <a:t>nay</a:t>
          </a:r>
          <a:endParaRPr lang="en-US" sz="2400"/>
        </a:p>
      </dgm:t>
    </dgm:pt>
    <dgm:pt modelId="{0FCDAFA3-19ED-4A30-B04D-79EBE4BD4B70}" type="parTrans" cxnId="{E5FAE9A3-EE6A-4B3E-B2AE-52EFCA532C21}">
      <dgm:prSet/>
      <dgm:spPr/>
      <dgm:t>
        <a:bodyPr/>
        <a:lstStyle/>
        <a:p>
          <a:pPr algn="l"/>
          <a:endParaRPr lang="en-US" sz="2000"/>
        </a:p>
      </dgm:t>
    </dgm:pt>
    <dgm:pt modelId="{9AA1E46A-DC43-4E6E-A2C2-67D082A04AB6}" type="sibTrans" cxnId="{E5FAE9A3-EE6A-4B3E-B2AE-52EFCA532C21}">
      <dgm:prSet/>
      <dgm:spPr/>
      <dgm:t>
        <a:bodyPr/>
        <a:lstStyle/>
        <a:p>
          <a:pPr algn="l"/>
          <a:endParaRPr lang="en-US" sz="2000"/>
        </a:p>
      </dgm:t>
    </dgm:pt>
    <dgm:pt modelId="{D19956B0-8305-455A-9304-D883424D9AD2}">
      <dgm:prSet custT="1"/>
      <dgm:spPr/>
      <dgm:t>
        <a:bodyPr/>
        <a:lstStyle/>
        <a:p>
          <a:pPr algn="l"/>
          <a:r>
            <a:rPr lang="en-US" sz="2400" b="0" smtClean="0">
              <a:latin typeface="Arial" panose="020B0604020202020204" pitchFamily="34" charset="0"/>
              <a:cs typeface="Arial" panose="020B0604020202020204" pitchFamily="34" charset="0"/>
            </a:rPr>
            <a:t>Không khai thác trực tiếp tài liệu</a:t>
          </a:r>
          <a:endParaRPr lang="en-US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D00C389-09E4-44FB-BFFA-B8689301FD52}" type="parTrans" cxnId="{1DBFD335-6830-4282-B4CC-B5C86C49EB54}">
      <dgm:prSet/>
      <dgm:spPr/>
      <dgm:t>
        <a:bodyPr/>
        <a:lstStyle/>
        <a:p>
          <a:pPr algn="l"/>
          <a:endParaRPr lang="en-US" sz="2000"/>
        </a:p>
      </dgm:t>
    </dgm:pt>
    <dgm:pt modelId="{EE3DE9CC-9CDF-4AD4-BC1D-DE57AF113B98}" type="sibTrans" cxnId="{1DBFD335-6830-4282-B4CC-B5C86C49EB54}">
      <dgm:prSet/>
      <dgm:spPr/>
      <dgm:t>
        <a:bodyPr/>
        <a:lstStyle/>
        <a:p>
          <a:pPr algn="l"/>
          <a:endParaRPr lang="en-US" sz="2000"/>
        </a:p>
      </dgm:t>
    </dgm:pt>
    <dgm:pt modelId="{AC8C5AE2-9CD5-486B-B51B-B3B63CF4348C}">
      <dgm:prSet custT="1"/>
      <dgm:spPr/>
      <dgm:t>
        <a:bodyPr/>
        <a:lstStyle/>
        <a:p>
          <a:r>
            <a:rPr lang="en-US" sz="2400" b="0" smtClean="0">
              <a:latin typeface="Arial" panose="020B0604020202020204" pitchFamily="34" charset="0"/>
              <a:cs typeface="Arial" panose="020B0604020202020204" pitchFamily="34" charset="0"/>
            </a:rPr>
            <a:t>Mất nhiều thời gian biên soạn</a:t>
          </a:r>
        </a:p>
      </dgm:t>
    </dgm:pt>
    <dgm:pt modelId="{6CB9E60E-CE18-490C-B4A3-F02D37FFF4F7}" type="parTrans" cxnId="{24182BD1-31A9-4DD1-B5F6-A7861827DCB7}">
      <dgm:prSet/>
      <dgm:spPr/>
      <dgm:t>
        <a:bodyPr/>
        <a:lstStyle/>
        <a:p>
          <a:endParaRPr lang="en-US"/>
        </a:p>
      </dgm:t>
    </dgm:pt>
    <dgm:pt modelId="{15D90BD2-A379-485E-BED2-C4EF8E886944}" type="sibTrans" cxnId="{24182BD1-31A9-4DD1-B5F6-A7861827DCB7}">
      <dgm:prSet/>
      <dgm:spPr/>
      <dgm:t>
        <a:bodyPr/>
        <a:lstStyle/>
        <a:p>
          <a:endParaRPr lang="en-US"/>
        </a:p>
      </dgm:t>
    </dgm:pt>
    <dgm:pt modelId="{F24BB8E2-1A92-4D98-9BAE-44C2302C22CF}">
      <dgm:prSet custT="1"/>
      <dgm:spPr/>
      <dgm:t>
        <a:bodyPr/>
        <a:lstStyle/>
        <a:p>
          <a:pPr algn="l"/>
          <a:r>
            <a:rPr lang="vi-VN" sz="2400" b="0" smtClean="0">
              <a:latin typeface="Arial" panose="020B0604020202020204" pitchFamily="34" charset="0"/>
              <a:cs typeface="Arial" panose="020B0604020202020204" pitchFamily="34" charset="0"/>
            </a:rPr>
            <a:t>Khó xây dựng ngân hàng câu hỏi</a:t>
          </a:r>
          <a:endParaRPr lang="vi-VN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745FE9F-C3B7-445D-B2E2-F8430E2FD325}" type="parTrans" cxnId="{C41572B7-5B02-4C5F-B3C4-5E2B39ED675E}">
      <dgm:prSet/>
      <dgm:spPr/>
      <dgm:t>
        <a:bodyPr/>
        <a:lstStyle/>
        <a:p>
          <a:endParaRPr lang="en-US"/>
        </a:p>
      </dgm:t>
    </dgm:pt>
    <dgm:pt modelId="{1EFD18C1-6AD5-4219-927A-D7080426077E}" type="sibTrans" cxnId="{C41572B7-5B02-4C5F-B3C4-5E2B39ED675E}">
      <dgm:prSet/>
      <dgm:spPr/>
      <dgm:t>
        <a:bodyPr/>
        <a:lstStyle/>
        <a:p>
          <a:endParaRPr lang="en-US"/>
        </a:p>
      </dgm:t>
    </dgm:pt>
    <dgm:pt modelId="{DBDEDD93-E6A6-475E-B5AE-C67EBF6C6B7F}">
      <dgm:prSet custT="1"/>
      <dgm:spPr/>
      <dgm:t>
        <a:bodyPr/>
        <a:lstStyle/>
        <a:p>
          <a:pPr algn="l"/>
          <a:r>
            <a:rPr lang="en-US" sz="2400" b="0" smtClean="0">
              <a:latin typeface="Arial" panose="020B0604020202020204" pitchFamily="34" charset="0"/>
              <a:cs typeface="Arial" panose="020B0604020202020204" pitchFamily="34" charset="0"/>
            </a:rPr>
            <a:t>Thiếu căn cứ và trích dẫn nguồn</a:t>
          </a:r>
          <a:endParaRPr lang="en-US" sz="24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3FDC9A6-9299-43C2-8FB7-8D5770921A57}" type="parTrans" cxnId="{AA3B7036-F714-4A5A-A776-E3AC095C8D39}">
      <dgm:prSet/>
      <dgm:spPr/>
      <dgm:t>
        <a:bodyPr/>
        <a:lstStyle/>
        <a:p>
          <a:endParaRPr lang="en-US"/>
        </a:p>
      </dgm:t>
    </dgm:pt>
    <dgm:pt modelId="{C6611F79-34A6-41DD-B877-D7B9D7975263}" type="sibTrans" cxnId="{AA3B7036-F714-4A5A-A776-E3AC095C8D39}">
      <dgm:prSet/>
      <dgm:spPr/>
      <dgm:t>
        <a:bodyPr/>
        <a:lstStyle/>
        <a:p>
          <a:endParaRPr lang="en-US"/>
        </a:p>
      </dgm:t>
    </dgm:pt>
    <dgm:pt modelId="{C61E197E-C6B0-4A8A-8A52-E1E9C62D1469}" type="pres">
      <dgm:prSet presAssocID="{687D8256-1659-432A-9D0B-7F4F9320D9E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B994DF4-A209-41DF-AA43-B5EA53FC4799}" type="pres">
      <dgm:prSet presAssocID="{E952668C-975F-470E-85AE-4A2C08912C7D}" presName="parentLin" presStyleCnt="0"/>
      <dgm:spPr/>
      <dgm:t>
        <a:bodyPr/>
        <a:lstStyle/>
        <a:p>
          <a:endParaRPr lang="en-US"/>
        </a:p>
      </dgm:t>
    </dgm:pt>
    <dgm:pt modelId="{B3FB7B23-C287-4048-A0D5-789E41DA2DF1}" type="pres">
      <dgm:prSet presAssocID="{E952668C-975F-470E-85AE-4A2C08912C7D}" presName="parentLeftMargin" presStyleLbl="node1" presStyleIdx="0" presStyleCnt="3"/>
      <dgm:spPr/>
      <dgm:t>
        <a:bodyPr/>
        <a:lstStyle/>
        <a:p>
          <a:endParaRPr lang="en-US"/>
        </a:p>
      </dgm:t>
    </dgm:pt>
    <dgm:pt modelId="{D4C39096-1203-4593-8975-D39D4983E187}" type="pres">
      <dgm:prSet presAssocID="{E952668C-975F-470E-85AE-4A2C08912C7D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D5C5F5F-BE3F-4791-B171-75F6AFBB0C76}" type="pres">
      <dgm:prSet presAssocID="{E952668C-975F-470E-85AE-4A2C08912C7D}" presName="negativeSpace" presStyleCnt="0"/>
      <dgm:spPr/>
      <dgm:t>
        <a:bodyPr/>
        <a:lstStyle/>
        <a:p>
          <a:endParaRPr lang="en-US"/>
        </a:p>
      </dgm:t>
    </dgm:pt>
    <dgm:pt modelId="{5210A33C-85E6-41F4-98E8-82BF08AFBDFF}" type="pres">
      <dgm:prSet presAssocID="{E952668C-975F-470E-85AE-4A2C08912C7D}" presName="childText" presStyleLbl="conFgAcc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EFBBC1D-09F5-4C15-9F81-BF79EED3E4CE}" type="pres">
      <dgm:prSet presAssocID="{5B4A5D51-046A-4696-96E4-08F5338ECAA4}" presName="spaceBetweenRectangles" presStyleCnt="0"/>
      <dgm:spPr/>
      <dgm:t>
        <a:bodyPr/>
        <a:lstStyle/>
        <a:p>
          <a:endParaRPr lang="en-US"/>
        </a:p>
      </dgm:t>
    </dgm:pt>
    <dgm:pt modelId="{95F8C24F-4869-4A98-A3B5-F93D38F80EF7}" type="pres">
      <dgm:prSet presAssocID="{559DBAB0-165C-4519-BCBF-74841D553990}" presName="parentLin" presStyleCnt="0"/>
      <dgm:spPr/>
      <dgm:t>
        <a:bodyPr/>
        <a:lstStyle/>
        <a:p>
          <a:endParaRPr lang="en-US"/>
        </a:p>
      </dgm:t>
    </dgm:pt>
    <dgm:pt modelId="{ED137E0A-5B6A-4FE9-96F2-3C7D6856490F}" type="pres">
      <dgm:prSet presAssocID="{559DBAB0-165C-4519-BCBF-74841D553990}" presName="parentLeftMargin" presStyleLbl="node1" presStyleIdx="0" presStyleCnt="3"/>
      <dgm:spPr/>
      <dgm:t>
        <a:bodyPr/>
        <a:lstStyle/>
        <a:p>
          <a:endParaRPr lang="en-US"/>
        </a:p>
      </dgm:t>
    </dgm:pt>
    <dgm:pt modelId="{26359B7A-529D-4539-BC5D-8086974DBA2D}" type="pres">
      <dgm:prSet presAssocID="{559DBAB0-165C-4519-BCBF-74841D553990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1C560CB-62C5-417B-A955-4F93D3155D70}" type="pres">
      <dgm:prSet presAssocID="{559DBAB0-165C-4519-BCBF-74841D553990}" presName="negativeSpace" presStyleCnt="0"/>
      <dgm:spPr/>
      <dgm:t>
        <a:bodyPr/>
        <a:lstStyle/>
        <a:p>
          <a:endParaRPr lang="en-US"/>
        </a:p>
      </dgm:t>
    </dgm:pt>
    <dgm:pt modelId="{6B25478B-BC27-4651-B3DD-138A15D4A396}" type="pres">
      <dgm:prSet presAssocID="{559DBAB0-165C-4519-BCBF-74841D553990}" presName="childText" presStyleLbl="conFgAcc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DE55A3B-55AF-41EB-A1DA-E711EC95FBD3}" type="pres">
      <dgm:prSet presAssocID="{0BD09816-00A9-4E33-8C83-AE06967AA411}" presName="spaceBetweenRectangles" presStyleCnt="0"/>
      <dgm:spPr/>
      <dgm:t>
        <a:bodyPr/>
        <a:lstStyle/>
        <a:p>
          <a:endParaRPr lang="en-US"/>
        </a:p>
      </dgm:t>
    </dgm:pt>
    <dgm:pt modelId="{5E785877-3167-4220-9A27-10F82530A9F8}" type="pres">
      <dgm:prSet presAssocID="{BF7CED12-C90A-447C-9046-2D274B758DD9}" presName="parentLin" presStyleCnt="0"/>
      <dgm:spPr/>
      <dgm:t>
        <a:bodyPr/>
        <a:lstStyle/>
        <a:p>
          <a:endParaRPr lang="en-US"/>
        </a:p>
      </dgm:t>
    </dgm:pt>
    <dgm:pt modelId="{12A88C2A-B031-415B-B74B-CACA60B3BDD8}" type="pres">
      <dgm:prSet presAssocID="{BF7CED12-C90A-447C-9046-2D274B758DD9}" presName="parentLeftMargin" presStyleLbl="node1" presStyleIdx="1" presStyleCnt="3"/>
      <dgm:spPr/>
      <dgm:t>
        <a:bodyPr/>
        <a:lstStyle/>
        <a:p>
          <a:endParaRPr lang="en-US"/>
        </a:p>
      </dgm:t>
    </dgm:pt>
    <dgm:pt modelId="{DDB6D463-0A69-4CF1-97E3-9D3AD67141AE}" type="pres">
      <dgm:prSet presAssocID="{BF7CED12-C90A-447C-9046-2D274B758DD9}" presName="parentText" presStyleLbl="node1" presStyleIdx="2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5231647-0882-4BB2-ABF3-E2624EF5CD72}" type="pres">
      <dgm:prSet presAssocID="{BF7CED12-C90A-447C-9046-2D274B758DD9}" presName="negativeSpace" presStyleCnt="0"/>
      <dgm:spPr/>
      <dgm:t>
        <a:bodyPr/>
        <a:lstStyle/>
        <a:p>
          <a:endParaRPr lang="en-US"/>
        </a:p>
      </dgm:t>
    </dgm:pt>
    <dgm:pt modelId="{CC325DDC-40F2-460C-BA34-6EA696CACD51}" type="pres">
      <dgm:prSet presAssocID="{BF7CED12-C90A-447C-9046-2D274B758DD9}" presName="childText" presStyleLbl="conFgAcc1" presStyleIdx="2" presStyleCnt="3" custLinFactNeighborY="141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C319D57C-F35F-4DF6-9525-859C2316859E}" type="presOf" srcId="{AC8C5AE2-9CD5-486B-B51B-B3B63CF4348C}" destId="{5210A33C-85E6-41F4-98E8-82BF08AFBDFF}" srcOrd="0" destOrd="1" presId="urn:microsoft.com/office/officeart/2005/8/layout/list1"/>
    <dgm:cxn modelId="{339E5BDA-40FA-4CF6-B3B0-DA9F7F7E2C31}" type="presOf" srcId="{E952668C-975F-470E-85AE-4A2C08912C7D}" destId="{D4C39096-1203-4593-8975-D39D4983E187}" srcOrd="1" destOrd="0" presId="urn:microsoft.com/office/officeart/2005/8/layout/list1"/>
    <dgm:cxn modelId="{68C520F0-C0D2-4533-90DB-29C18D95D23F}" type="presOf" srcId="{559DBAB0-165C-4519-BCBF-74841D553990}" destId="{26359B7A-529D-4539-BC5D-8086974DBA2D}" srcOrd="1" destOrd="0" presId="urn:microsoft.com/office/officeart/2005/8/layout/list1"/>
    <dgm:cxn modelId="{F383723C-75D2-4727-8350-B24E2AD44B35}" type="presOf" srcId="{DBDEDD93-E6A6-475E-B5AE-C67EBF6C6B7F}" destId="{CC325DDC-40F2-460C-BA34-6EA696CACD51}" srcOrd="0" destOrd="1" presId="urn:microsoft.com/office/officeart/2005/8/layout/list1"/>
    <dgm:cxn modelId="{90F53AD0-EBCE-434A-83E5-9F37428797B3}" srcId="{559DBAB0-165C-4519-BCBF-74841D553990}" destId="{0FFA85E1-284E-4378-9668-B59008A155BE}" srcOrd="0" destOrd="0" parTransId="{B6AA499E-9B8C-4082-A375-108A80900696}" sibTransId="{9536FE3B-62EE-4DA2-8287-C32F11D40FB1}"/>
    <dgm:cxn modelId="{AA31489A-0124-497F-98CA-501E2CF1FDD6}" type="presOf" srcId="{D19956B0-8305-455A-9304-D883424D9AD2}" destId="{CC325DDC-40F2-460C-BA34-6EA696CACD51}" srcOrd="0" destOrd="0" presId="urn:microsoft.com/office/officeart/2005/8/layout/list1"/>
    <dgm:cxn modelId="{008583FE-D592-43F6-A4C6-6A692F2A8C57}" type="presOf" srcId="{E952668C-975F-470E-85AE-4A2C08912C7D}" destId="{B3FB7B23-C287-4048-A0D5-789E41DA2DF1}" srcOrd="0" destOrd="0" presId="urn:microsoft.com/office/officeart/2005/8/layout/list1"/>
    <dgm:cxn modelId="{863BFA8E-86BD-4934-BF07-D2E415544F6E}" type="presOf" srcId="{0FFA85E1-284E-4378-9668-B59008A155BE}" destId="{6B25478B-BC27-4651-B3DD-138A15D4A396}" srcOrd="0" destOrd="0" presId="urn:microsoft.com/office/officeart/2005/8/layout/list1"/>
    <dgm:cxn modelId="{24182BD1-31A9-4DD1-B5F6-A7861827DCB7}" srcId="{E952668C-975F-470E-85AE-4A2C08912C7D}" destId="{AC8C5AE2-9CD5-486B-B51B-B3B63CF4348C}" srcOrd="1" destOrd="0" parTransId="{6CB9E60E-CE18-490C-B4A3-F02D37FFF4F7}" sibTransId="{15D90BD2-A379-485E-BED2-C4EF8E886944}"/>
    <dgm:cxn modelId="{4C2010E5-A35D-4F5F-9F37-9CA764983542}" srcId="{687D8256-1659-432A-9D0B-7F4F9320D9EB}" destId="{559DBAB0-165C-4519-BCBF-74841D553990}" srcOrd="1" destOrd="0" parTransId="{05CAB70D-014A-4D45-AFBE-1A8B49DCC621}" sibTransId="{0BD09816-00A9-4E33-8C83-AE06967AA411}"/>
    <dgm:cxn modelId="{0B62D45F-A082-47D8-B36D-2B43D5CEC85F}" type="presOf" srcId="{BF7CED12-C90A-447C-9046-2D274B758DD9}" destId="{12A88C2A-B031-415B-B74B-CACA60B3BDD8}" srcOrd="0" destOrd="0" presId="urn:microsoft.com/office/officeart/2005/8/layout/list1"/>
    <dgm:cxn modelId="{C41572B7-5B02-4C5F-B3C4-5E2B39ED675E}" srcId="{559DBAB0-165C-4519-BCBF-74841D553990}" destId="{F24BB8E2-1A92-4D98-9BAE-44C2302C22CF}" srcOrd="1" destOrd="0" parTransId="{7745FE9F-C3B7-445D-B2E2-F8430E2FD325}" sibTransId="{1EFD18C1-6AD5-4219-927A-D7080426077E}"/>
    <dgm:cxn modelId="{4E7E60D0-1988-44EC-9947-FAFC81BCBCE1}" type="presOf" srcId="{559DBAB0-165C-4519-BCBF-74841D553990}" destId="{ED137E0A-5B6A-4FE9-96F2-3C7D6856490F}" srcOrd="0" destOrd="0" presId="urn:microsoft.com/office/officeart/2005/8/layout/list1"/>
    <dgm:cxn modelId="{0C9C0B79-8F3E-45CE-BABC-40C82635248F}" type="presOf" srcId="{687D8256-1659-432A-9D0B-7F4F9320D9EB}" destId="{C61E197E-C6B0-4A8A-8A52-E1E9C62D1469}" srcOrd="0" destOrd="0" presId="urn:microsoft.com/office/officeart/2005/8/layout/list1"/>
    <dgm:cxn modelId="{E5FAE9A3-EE6A-4B3E-B2AE-52EFCA532C21}" srcId="{687D8256-1659-432A-9D0B-7F4F9320D9EB}" destId="{BF7CED12-C90A-447C-9046-2D274B758DD9}" srcOrd="2" destOrd="0" parTransId="{0FCDAFA3-19ED-4A30-B04D-79EBE4BD4B70}" sibTransId="{9AA1E46A-DC43-4E6E-A2C2-67D082A04AB6}"/>
    <dgm:cxn modelId="{5FA42C86-3E1E-4EF9-843A-36C945AB622F}" type="presOf" srcId="{BF7CED12-C90A-447C-9046-2D274B758DD9}" destId="{DDB6D463-0A69-4CF1-97E3-9D3AD67141AE}" srcOrd="1" destOrd="0" presId="urn:microsoft.com/office/officeart/2005/8/layout/list1"/>
    <dgm:cxn modelId="{19FA11D4-1A15-4D93-8DFA-0E8B324E7500}" srcId="{E952668C-975F-470E-85AE-4A2C08912C7D}" destId="{D62D50D1-EE9F-4322-8446-72807BDDC2A3}" srcOrd="0" destOrd="0" parTransId="{CD82F050-B62D-421F-980D-80EB6269DD22}" sibTransId="{BAB88D84-78F0-4E67-853A-20CF6B292CD9}"/>
    <dgm:cxn modelId="{1DBFD335-6830-4282-B4CC-B5C86C49EB54}" srcId="{BF7CED12-C90A-447C-9046-2D274B758DD9}" destId="{D19956B0-8305-455A-9304-D883424D9AD2}" srcOrd="0" destOrd="0" parTransId="{7D00C389-09E4-44FB-BFFA-B8689301FD52}" sibTransId="{EE3DE9CC-9CDF-4AD4-BC1D-DE57AF113B98}"/>
    <dgm:cxn modelId="{7E665926-A9A0-47BD-85D0-2496B13AF8CE}" type="presOf" srcId="{F24BB8E2-1A92-4D98-9BAE-44C2302C22CF}" destId="{6B25478B-BC27-4651-B3DD-138A15D4A396}" srcOrd="0" destOrd="1" presId="urn:microsoft.com/office/officeart/2005/8/layout/list1"/>
    <dgm:cxn modelId="{9C605D0A-FEA3-436A-A128-87E8BBCDCB2A}" type="presOf" srcId="{D62D50D1-EE9F-4322-8446-72807BDDC2A3}" destId="{5210A33C-85E6-41F4-98E8-82BF08AFBDFF}" srcOrd="0" destOrd="0" presId="urn:microsoft.com/office/officeart/2005/8/layout/list1"/>
    <dgm:cxn modelId="{AA3B7036-F714-4A5A-A776-E3AC095C8D39}" srcId="{BF7CED12-C90A-447C-9046-2D274B758DD9}" destId="{DBDEDD93-E6A6-475E-B5AE-C67EBF6C6B7F}" srcOrd="1" destOrd="0" parTransId="{D3FDC9A6-9299-43C2-8FB7-8D5770921A57}" sibTransId="{C6611F79-34A6-41DD-B877-D7B9D7975263}"/>
    <dgm:cxn modelId="{D8D81CBC-ACB1-4C68-9CD6-1E5807C36886}" srcId="{687D8256-1659-432A-9D0B-7F4F9320D9EB}" destId="{E952668C-975F-470E-85AE-4A2C08912C7D}" srcOrd="0" destOrd="0" parTransId="{30B5313B-3348-4EC4-80AC-05838E0DB9D9}" sibTransId="{5B4A5D51-046A-4696-96E4-08F5338ECAA4}"/>
    <dgm:cxn modelId="{B6351C9A-E6CE-4A9D-BBC0-FA58BC6A6D67}" type="presParOf" srcId="{C61E197E-C6B0-4A8A-8A52-E1E9C62D1469}" destId="{9B994DF4-A209-41DF-AA43-B5EA53FC4799}" srcOrd="0" destOrd="0" presId="urn:microsoft.com/office/officeart/2005/8/layout/list1"/>
    <dgm:cxn modelId="{CC19A833-D5CA-4B58-B313-8D04BCD0259F}" type="presParOf" srcId="{9B994DF4-A209-41DF-AA43-B5EA53FC4799}" destId="{B3FB7B23-C287-4048-A0D5-789E41DA2DF1}" srcOrd="0" destOrd="0" presId="urn:microsoft.com/office/officeart/2005/8/layout/list1"/>
    <dgm:cxn modelId="{00437E63-3252-4FE2-8B80-2BAB1EEFF0D5}" type="presParOf" srcId="{9B994DF4-A209-41DF-AA43-B5EA53FC4799}" destId="{D4C39096-1203-4593-8975-D39D4983E187}" srcOrd="1" destOrd="0" presId="urn:microsoft.com/office/officeart/2005/8/layout/list1"/>
    <dgm:cxn modelId="{B4D354FE-ADE6-49A6-A587-77ECD7594037}" type="presParOf" srcId="{C61E197E-C6B0-4A8A-8A52-E1E9C62D1469}" destId="{2D5C5F5F-BE3F-4791-B171-75F6AFBB0C76}" srcOrd="1" destOrd="0" presId="urn:microsoft.com/office/officeart/2005/8/layout/list1"/>
    <dgm:cxn modelId="{FA8F368E-2F2F-4311-BBE0-87A41F67C8BE}" type="presParOf" srcId="{C61E197E-C6B0-4A8A-8A52-E1E9C62D1469}" destId="{5210A33C-85E6-41F4-98E8-82BF08AFBDFF}" srcOrd="2" destOrd="0" presId="urn:microsoft.com/office/officeart/2005/8/layout/list1"/>
    <dgm:cxn modelId="{FC7241F2-EB55-43B1-AEBA-67D83DFCE196}" type="presParOf" srcId="{C61E197E-C6B0-4A8A-8A52-E1E9C62D1469}" destId="{DEFBBC1D-09F5-4C15-9F81-BF79EED3E4CE}" srcOrd="3" destOrd="0" presId="urn:microsoft.com/office/officeart/2005/8/layout/list1"/>
    <dgm:cxn modelId="{23DD6E0F-D3AD-4D00-9A13-3B19BD4B0B16}" type="presParOf" srcId="{C61E197E-C6B0-4A8A-8A52-E1E9C62D1469}" destId="{95F8C24F-4869-4A98-A3B5-F93D38F80EF7}" srcOrd="4" destOrd="0" presId="urn:microsoft.com/office/officeart/2005/8/layout/list1"/>
    <dgm:cxn modelId="{F52A7FC5-4727-4B92-81BE-DBD537B5E271}" type="presParOf" srcId="{95F8C24F-4869-4A98-A3B5-F93D38F80EF7}" destId="{ED137E0A-5B6A-4FE9-96F2-3C7D6856490F}" srcOrd="0" destOrd="0" presId="urn:microsoft.com/office/officeart/2005/8/layout/list1"/>
    <dgm:cxn modelId="{4C5B75D5-AC0C-4387-8AE8-0B90EA0878BB}" type="presParOf" srcId="{95F8C24F-4869-4A98-A3B5-F93D38F80EF7}" destId="{26359B7A-529D-4539-BC5D-8086974DBA2D}" srcOrd="1" destOrd="0" presId="urn:microsoft.com/office/officeart/2005/8/layout/list1"/>
    <dgm:cxn modelId="{AA2645FC-A52F-4CC9-B295-7F3A45787178}" type="presParOf" srcId="{C61E197E-C6B0-4A8A-8A52-E1E9C62D1469}" destId="{81C560CB-62C5-417B-A955-4F93D3155D70}" srcOrd="5" destOrd="0" presId="urn:microsoft.com/office/officeart/2005/8/layout/list1"/>
    <dgm:cxn modelId="{D3A33CED-A861-497E-A1B7-3DBB4498A627}" type="presParOf" srcId="{C61E197E-C6B0-4A8A-8A52-E1E9C62D1469}" destId="{6B25478B-BC27-4651-B3DD-138A15D4A396}" srcOrd="6" destOrd="0" presId="urn:microsoft.com/office/officeart/2005/8/layout/list1"/>
    <dgm:cxn modelId="{3739910D-D0C1-4693-BBCF-91C959C2FD12}" type="presParOf" srcId="{C61E197E-C6B0-4A8A-8A52-E1E9C62D1469}" destId="{2DE55A3B-55AF-41EB-A1DA-E711EC95FBD3}" srcOrd="7" destOrd="0" presId="urn:microsoft.com/office/officeart/2005/8/layout/list1"/>
    <dgm:cxn modelId="{01CFE623-6929-4E67-B0AB-076D36E70809}" type="presParOf" srcId="{C61E197E-C6B0-4A8A-8A52-E1E9C62D1469}" destId="{5E785877-3167-4220-9A27-10F82530A9F8}" srcOrd="8" destOrd="0" presId="urn:microsoft.com/office/officeart/2005/8/layout/list1"/>
    <dgm:cxn modelId="{4FB15259-13E6-4B36-8261-0EB88C13ED5C}" type="presParOf" srcId="{5E785877-3167-4220-9A27-10F82530A9F8}" destId="{12A88C2A-B031-415B-B74B-CACA60B3BDD8}" srcOrd="0" destOrd="0" presId="urn:microsoft.com/office/officeart/2005/8/layout/list1"/>
    <dgm:cxn modelId="{90147A56-70C8-45B4-9ACC-4184DCE1E7BB}" type="presParOf" srcId="{5E785877-3167-4220-9A27-10F82530A9F8}" destId="{DDB6D463-0A69-4CF1-97E3-9D3AD67141AE}" srcOrd="1" destOrd="0" presId="urn:microsoft.com/office/officeart/2005/8/layout/list1"/>
    <dgm:cxn modelId="{ABE99698-43C5-4FB0-B281-EB84206A3B6E}" type="presParOf" srcId="{C61E197E-C6B0-4A8A-8A52-E1E9C62D1469}" destId="{B5231647-0882-4BB2-ABF3-E2624EF5CD72}" srcOrd="9" destOrd="0" presId="urn:microsoft.com/office/officeart/2005/8/layout/list1"/>
    <dgm:cxn modelId="{7A2648B0-2B72-41B4-8377-CE52FD37814B}" type="presParOf" srcId="{C61E197E-C6B0-4A8A-8A52-E1E9C62D1469}" destId="{CC325DDC-40F2-460C-BA34-6EA696CACD5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60FC0DB-02D7-4C87-9CDF-8725821D93E8}" type="doc">
      <dgm:prSet loTypeId="urn:microsoft.com/office/officeart/2005/8/layout/h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191F7652-CE6F-4732-A737-E029DDE69B6B}">
      <dgm:prSet custT="1"/>
      <dgm:spPr/>
      <dgm:t>
        <a:bodyPr/>
        <a:lstStyle/>
        <a:p>
          <a:r>
            <a:rPr lang="en-US" sz="2800">
              <a:latin typeface="Arial" panose="020B0604020202020204" pitchFamily="34" charset="0"/>
              <a:cs typeface="Arial" panose="020B0604020202020204" pitchFamily="34" charset="0"/>
            </a:rPr>
            <a:t>LLM </a:t>
          </a:r>
        </a:p>
      </dgm:t>
    </dgm:pt>
    <dgm:pt modelId="{D91C8D5E-0EC7-4074-B50F-5F862FA97CCF}" type="parTrans" cxnId="{AF9644FC-2880-4051-8F79-73028D18936D}">
      <dgm:prSet/>
      <dgm:spPr/>
      <dgm:t>
        <a:bodyPr/>
        <a:lstStyle/>
        <a:p>
          <a:endParaRPr lang="en-US"/>
        </a:p>
      </dgm:t>
    </dgm:pt>
    <dgm:pt modelId="{57A68FF2-2595-4B05-BA12-961566D269D5}" type="sibTrans" cxnId="{AF9644FC-2880-4051-8F79-73028D18936D}">
      <dgm:prSet/>
      <dgm:spPr/>
      <dgm:t>
        <a:bodyPr/>
        <a:lstStyle/>
        <a:p>
          <a:endParaRPr lang="en-US"/>
        </a:p>
      </dgm:t>
    </dgm:pt>
    <dgm:pt modelId="{29741B2D-8E69-41A6-99E9-5899DC92B2F1}">
      <dgm:prSet/>
      <dgm:spPr/>
      <dgm:t>
        <a:bodyPr/>
        <a:lstStyle/>
        <a:p>
          <a:pPr algn="l"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Trả lời dựa trên kiến thức đã huấn luyện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AB4FF3-716D-4924-9A06-07CCA219EB39}" type="parTrans" cxnId="{7F84F25E-0BCA-45F5-90EE-BFDD3231029D}">
      <dgm:prSet/>
      <dgm:spPr/>
      <dgm:t>
        <a:bodyPr/>
        <a:lstStyle/>
        <a:p>
          <a:endParaRPr lang="en-US"/>
        </a:p>
      </dgm:t>
    </dgm:pt>
    <dgm:pt modelId="{53A7B7EA-50E6-4C72-86D9-82CE49608644}" type="sibTrans" cxnId="{7F84F25E-0BCA-45F5-90EE-BFDD3231029D}">
      <dgm:prSet/>
      <dgm:spPr/>
      <dgm:t>
        <a:bodyPr/>
        <a:lstStyle/>
        <a:p>
          <a:endParaRPr lang="en-US"/>
        </a:p>
      </dgm:t>
    </dgm:pt>
    <dgm:pt modelId="{C375E673-C57B-4E64-8EE0-D1A5C7968089}">
      <dgm:prSet/>
      <dgm:spPr/>
      <dgm:t>
        <a:bodyPr/>
        <a:lstStyle/>
        <a:p>
          <a:pPr algn="l"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Có thể sinh thông tin sai lệch (Hallucination)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E7B11A2-4250-4BED-9196-A84CA0CBBCFF}" type="parTrans" cxnId="{BF6267E0-0569-4F4D-BE5C-8930B4D6FF19}">
      <dgm:prSet/>
      <dgm:spPr/>
      <dgm:t>
        <a:bodyPr/>
        <a:lstStyle/>
        <a:p>
          <a:endParaRPr lang="en-US"/>
        </a:p>
      </dgm:t>
    </dgm:pt>
    <dgm:pt modelId="{5ECC602A-440F-4380-A2C2-804F2EC3EAB3}" type="sibTrans" cxnId="{BF6267E0-0569-4F4D-BE5C-8930B4D6FF19}">
      <dgm:prSet/>
      <dgm:spPr/>
      <dgm:t>
        <a:bodyPr/>
        <a:lstStyle/>
        <a:p>
          <a:endParaRPr lang="en-US"/>
        </a:p>
      </dgm:t>
    </dgm:pt>
    <dgm:pt modelId="{01CEEB75-3ADA-4995-9D64-378735F76706}">
      <dgm:prSet/>
      <dgm:spPr/>
      <dgm:t>
        <a:bodyPr/>
        <a:lstStyle/>
        <a:p>
          <a:pPr algn="l">
            <a:buNone/>
          </a:pPr>
          <a:r>
            <a:rPr lang="vi-VN" smtClean="0">
              <a:latin typeface="Arial" panose="020B0604020202020204" pitchFamily="34" charset="0"/>
              <a:cs typeface="Arial" panose="020B0604020202020204" pitchFamily="34" charset="0"/>
            </a:rPr>
            <a:t>Thiếu căn cứ, k</a:t>
          </a: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hông </a:t>
          </a:r>
          <a:r>
            <a:rPr lang="vi-VN" smtClean="0">
              <a:latin typeface="Arial" panose="020B0604020202020204" pitchFamily="34" charset="0"/>
              <a:cs typeface="Arial" panose="020B0604020202020204" pitchFamily="34" charset="0"/>
            </a:rPr>
            <a:t>    </a:t>
          </a: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hỗ trợ kiểm chứng nguồn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52BE665-C277-4ABD-8032-E79B9F2D4B13}" type="parTrans" cxnId="{B2F1E9F5-37CC-4DDA-AA70-F360B25A2255}">
      <dgm:prSet/>
      <dgm:spPr/>
      <dgm:t>
        <a:bodyPr/>
        <a:lstStyle/>
        <a:p>
          <a:endParaRPr lang="en-US"/>
        </a:p>
      </dgm:t>
    </dgm:pt>
    <dgm:pt modelId="{D461FE5B-05D9-419E-843B-2FE735DEE17B}" type="sibTrans" cxnId="{B2F1E9F5-37CC-4DDA-AA70-F360B25A2255}">
      <dgm:prSet/>
      <dgm:spPr/>
      <dgm:t>
        <a:bodyPr/>
        <a:lstStyle/>
        <a:p>
          <a:endParaRPr lang="en-US"/>
        </a:p>
      </dgm:t>
    </dgm:pt>
    <dgm:pt modelId="{2041F93E-8180-4632-85D6-B05498F98389}">
      <dgm:prSet custT="1"/>
      <dgm:spPr/>
      <dgm:t>
        <a:bodyPr/>
        <a:lstStyle/>
        <a:p>
          <a:r>
            <a:rPr lang="en-US" sz="2800" smtClean="0">
              <a:latin typeface="Arial" panose="020B0604020202020204" pitchFamily="34" charset="0"/>
              <a:cs typeface="Arial" panose="020B0604020202020204" pitchFamily="34" charset="0"/>
            </a:rPr>
            <a:t>LLM + RAG</a:t>
          </a:r>
          <a:endParaRPr lang="en-US" sz="2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7D4CB4D-D0F4-4E2F-8E76-1EB30AC98B7E}" type="parTrans" cxnId="{472A4BAC-1911-41FA-86BD-F64B819CB7E9}">
      <dgm:prSet/>
      <dgm:spPr/>
      <dgm:t>
        <a:bodyPr/>
        <a:lstStyle/>
        <a:p>
          <a:endParaRPr lang="en-US"/>
        </a:p>
      </dgm:t>
    </dgm:pt>
    <dgm:pt modelId="{9530D773-B6BB-4719-A1FE-A3A3EA8EB973}" type="sibTrans" cxnId="{472A4BAC-1911-41FA-86BD-F64B819CB7E9}">
      <dgm:prSet/>
      <dgm:spPr/>
      <dgm:t>
        <a:bodyPr/>
        <a:lstStyle/>
        <a:p>
          <a:endParaRPr lang="en-US"/>
        </a:p>
      </dgm:t>
    </dgm:pt>
    <dgm:pt modelId="{499CD55E-A42B-47D3-9289-8651C6AF226C}">
      <dgm:prSet/>
      <dgm:spPr/>
      <dgm:t>
        <a:bodyPr/>
        <a:lstStyle/>
        <a:p>
          <a:pPr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Kết hợp kiến thức của LLM với kho tri thức chuyên ngành</a:t>
          </a:r>
          <a:endParaRPr lang="en-US" b="1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9559746-66CD-47B1-A433-B738B96F105F}" type="parTrans" cxnId="{6EE1D615-FC77-4E68-845B-84A0DF2BF972}">
      <dgm:prSet/>
      <dgm:spPr/>
      <dgm:t>
        <a:bodyPr/>
        <a:lstStyle/>
        <a:p>
          <a:endParaRPr lang="en-US"/>
        </a:p>
      </dgm:t>
    </dgm:pt>
    <dgm:pt modelId="{9FF0E7B1-563C-4A24-9AD7-9262956B28E0}" type="sibTrans" cxnId="{6EE1D615-FC77-4E68-845B-84A0DF2BF972}">
      <dgm:prSet/>
      <dgm:spPr/>
      <dgm:t>
        <a:bodyPr/>
        <a:lstStyle/>
        <a:p>
          <a:endParaRPr lang="en-US"/>
        </a:p>
      </dgm:t>
    </dgm:pt>
    <dgm:pt modelId="{1DBCCE27-FD6C-4249-8F0F-D96CD8C227C5}">
      <dgm:prSet/>
      <dgm:spPr/>
      <dgm:t>
        <a:bodyPr/>
        <a:lstStyle/>
        <a:p>
          <a:pPr algn="l"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Khó bám sát đề cương môn học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4D5A4DD-D764-4BBC-94DE-503412E8F85E}" type="parTrans" cxnId="{D3EE90F2-F7BC-4F4F-A277-7FB61F4D93C0}">
      <dgm:prSet/>
      <dgm:spPr/>
      <dgm:t>
        <a:bodyPr/>
        <a:lstStyle/>
        <a:p>
          <a:endParaRPr lang="en-US"/>
        </a:p>
      </dgm:t>
    </dgm:pt>
    <dgm:pt modelId="{3CC224A9-503A-4C4F-BC3D-7AD24034974C}" type="sibTrans" cxnId="{D3EE90F2-F7BC-4F4F-A277-7FB61F4D93C0}">
      <dgm:prSet/>
      <dgm:spPr/>
      <dgm:t>
        <a:bodyPr/>
        <a:lstStyle/>
        <a:p>
          <a:endParaRPr lang="en-US"/>
        </a:p>
      </dgm:t>
    </dgm:pt>
    <dgm:pt modelId="{37E1A619-0589-4B4F-93B6-A73222CC57FC}">
      <dgm:prSet/>
      <dgm:spPr/>
      <dgm:t>
        <a:bodyPr/>
        <a:lstStyle/>
        <a:p>
          <a:pPr algn="l"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Không truy xuất tài liệu</a:t>
          </a:r>
          <a:endParaRPr lang="en-US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F4F551-FEA5-479E-BE8B-60A32CF42EB3}" type="parTrans" cxnId="{66731689-6B9E-49A6-A459-B9C06C219286}">
      <dgm:prSet/>
      <dgm:spPr/>
      <dgm:t>
        <a:bodyPr/>
        <a:lstStyle/>
        <a:p>
          <a:endParaRPr lang="en-US"/>
        </a:p>
      </dgm:t>
    </dgm:pt>
    <dgm:pt modelId="{28965858-CA66-4862-A89B-0EC9202FF5EA}" type="sibTrans" cxnId="{66731689-6B9E-49A6-A459-B9C06C219286}">
      <dgm:prSet/>
      <dgm:spPr/>
      <dgm:t>
        <a:bodyPr/>
        <a:lstStyle/>
        <a:p>
          <a:endParaRPr lang="en-US"/>
        </a:p>
      </dgm:t>
    </dgm:pt>
    <dgm:pt modelId="{46F7C0CE-9895-44F6-B95C-A3BB800192E5}">
      <dgm:prSet/>
      <dgm:spPr/>
      <dgm:t>
        <a:bodyPr/>
        <a:lstStyle/>
        <a:p>
          <a:pPr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Giảm thiểu thông tin sai lệch nhờ dữ liệu truy xuất</a:t>
          </a:r>
          <a:endParaRPr lang="en-US" b="1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D89FD8D-6EC0-4985-BBB5-581AF9F500CE}" type="parTrans" cxnId="{3BC9DA0B-E90B-418B-8943-3097829E4332}">
      <dgm:prSet/>
      <dgm:spPr/>
      <dgm:t>
        <a:bodyPr/>
        <a:lstStyle/>
        <a:p>
          <a:endParaRPr lang="en-US"/>
        </a:p>
      </dgm:t>
    </dgm:pt>
    <dgm:pt modelId="{5C245C58-2243-49E2-98A8-437ED5995E93}" type="sibTrans" cxnId="{3BC9DA0B-E90B-418B-8943-3097829E4332}">
      <dgm:prSet/>
      <dgm:spPr/>
      <dgm:t>
        <a:bodyPr/>
        <a:lstStyle/>
        <a:p>
          <a:endParaRPr lang="en-US"/>
        </a:p>
      </dgm:t>
    </dgm:pt>
    <dgm:pt modelId="{A0398A06-9777-4905-B6D8-67D8205D224F}">
      <dgm:prSet/>
      <dgm:spPr/>
      <dgm:t>
        <a:bodyPr/>
        <a:lstStyle/>
        <a:p>
          <a:pPr>
            <a:buNone/>
          </a:pPr>
          <a:r>
            <a:rPr lang="en-US" smtClean="0">
              <a:latin typeface="Arial" panose="020B0604020202020204" pitchFamily="34" charset="0"/>
              <a:cs typeface="Arial" panose="020B0604020202020204" pitchFamily="34" charset="0"/>
            </a:rPr>
            <a:t>Hỗ trợ truy vết nguồn     tri thức</a:t>
          </a:r>
          <a:endParaRPr lang="en-US" b="1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2835BF8-D16C-4EC3-9EE5-AD59B814A88A}" type="parTrans" cxnId="{D1EF6166-14E0-4C14-A701-37B53C7028D4}">
      <dgm:prSet/>
      <dgm:spPr/>
      <dgm:t>
        <a:bodyPr/>
        <a:lstStyle/>
        <a:p>
          <a:endParaRPr lang="en-US"/>
        </a:p>
      </dgm:t>
    </dgm:pt>
    <dgm:pt modelId="{3CF3E79E-AAAB-4A68-B458-8CDAE17E1B99}" type="sibTrans" cxnId="{D1EF6166-14E0-4C14-A701-37B53C7028D4}">
      <dgm:prSet/>
      <dgm:spPr/>
      <dgm:t>
        <a:bodyPr/>
        <a:lstStyle/>
        <a:p>
          <a:endParaRPr lang="en-US"/>
        </a:p>
      </dgm:t>
    </dgm:pt>
    <dgm:pt modelId="{05AA9DE9-8C41-4837-BBE6-D934061C290E}">
      <dgm:prSet/>
      <dgm:spPr/>
      <dgm:t>
        <a:bodyPr/>
        <a:lstStyle/>
        <a:p>
          <a:pPr>
            <a:buNone/>
          </a:pPr>
          <a:r>
            <a:rPr lang="vi-VN" b="0" smtClean="0">
              <a:latin typeface="Arial" panose="020B0604020202020204" pitchFamily="34" charset="0"/>
              <a:cs typeface="Arial" panose="020B0604020202020204" pitchFamily="34" charset="0"/>
            </a:rPr>
            <a:t>Nội dung bám </a:t>
          </a:r>
          <a:r>
            <a:rPr lang="vi-VN" b="0" smtClean="0">
              <a:latin typeface="Arial" panose="020B0604020202020204" pitchFamily="34" charset="0"/>
              <a:cs typeface="Arial" panose="020B0604020202020204" pitchFamily="34" charset="0"/>
            </a:rPr>
            <a:t>sát </a:t>
          </a:r>
          <a:r>
            <a:rPr lang="en-US" b="0" smtClean="0">
              <a:latin typeface="Arial" panose="020B0604020202020204" pitchFamily="34" charset="0"/>
              <a:cs typeface="Arial" panose="020B0604020202020204" pitchFamily="34" charset="0"/>
            </a:rPr>
            <a:t>        </a:t>
          </a:r>
          <a:r>
            <a:rPr lang="vi-VN" b="0" smtClean="0">
              <a:latin typeface="Arial" panose="020B0604020202020204" pitchFamily="34" charset="0"/>
              <a:cs typeface="Arial" panose="020B0604020202020204" pitchFamily="34" charset="0"/>
            </a:rPr>
            <a:t>đề </a:t>
          </a:r>
          <a:r>
            <a:rPr lang="vi-VN" b="0" smtClean="0">
              <a:latin typeface="Arial" panose="020B0604020202020204" pitchFamily="34" charset="0"/>
              <a:cs typeface="Arial" panose="020B0604020202020204" pitchFamily="34" charset="0"/>
            </a:rPr>
            <a:t>cương môn học</a:t>
          </a:r>
          <a:endParaRPr lang="en-US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9B8366C-7171-4ED8-94D9-3C7F1C0CA525}" type="parTrans" cxnId="{C516C1DA-C1AD-4515-8C03-79680853DFFF}">
      <dgm:prSet/>
      <dgm:spPr/>
      <dgm:t>
        <a:bodyPr/>
        <a:lstStyle/>
        <a:p>
          <a:endParaRPr lang="en-US"/>
        </a:p>
      </dgm:t>
    </dgm:pt>
    <dgm:pt modelId="{C76D8462-E3D5-40DE-BD9F-4FE701889320}" type="sibTrans" cxnId="{C516C1DA-C1AD-4515-8C03-79680853DFFF}">
      <dgm:prSet/>
      <dgm:spPr/>
      <dgm:t>
        <a:bodyPr/>
        <a:lstStyle/>
        <a:p>
          <a:endParaRPr lang="en-US"/>
        </a:p>
      </dgm:t>
    </dgm:pt>
    <dgm:pt modelId="{7098DA57-5002-4D9F-A06A-35D395828B1E}" type="pres">
      <dgm:prSet presAssocID="{660FC0DB-02D7-4C87-9CDF-8725821D93E8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5FDCAB52-C5C4-4A8B-AE9F-8E4A5E3247D1}" type="pres">
      <dgm:prSet presAssocID="{191F7652-CE6F-4732-A737-E029DDE69B6B}" presName="composite" presStyleCnt="0"/>
      <dgm:spPr/>
    </dgm:pt>
    <dgm:pt modelId="{5EE3C00B-B7D8-4594-B74E-0B875DE73E43}" type="pres">
      <dgm:prSet presAssocID="{191F7652-CE6F-4732-A737-E029DDE69B6B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40693AB-0965-4888-A1D9-D9144CEE02F3}" type="pres">
      <dgm:prSet presAssocID="{191F7652-CE6F-4732-A737-E029DDE69B6B}" presName="desTx" presStyleLbl="align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7FC5163-31B6-4003-889A-2143F493F40A}" type="pres">
      <dgm:prSet presAssocID="{57A68FF2-2595-4B05-BA12-961566D269D5}" presName="space" presStyleCnt="0"/>
      <dgm:spPr/>
    </dgm:pt>
    <dgm:pt modelId="{A1DB7C06-CA0A-4198-9B80-6B72F1D0EC4B}" type="pres">
      <dgm:prSet presAssocID="{2041F93E-8180-4632-85D6-B05498F98389}" presName="composite" presStyleCnt="0"/>
      <dgm:spPr/>
    </dgm:pt>
    <dgm:pt modelId="{6A089200-0F50-4C09-8FCF-BC12A95C3DC4}" type="pres">
      <dgm:prSet presAssocID="{2041F93E-8180-4632-85D6-B05498F98389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D8B1B07-3FD6-4C40-A4DE-4C3931AB7820}" type="pres">
      <dgm:prSet presAssocID="{2041F93E-8180-4632-85D6-B05498F98389}" presName="desTx" presStyleLbl="align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B2F1E9F5-37CC-4DDA-AA70-F360B25A2255}" srcId="{191F7652-CE6F-4732-A737-E029DDE69B6B}" destId="{01CEEB75-3ADA-4995-9D64-378735F76706}" srcOrd="4" destOrd="0" parTransId="{C52BE665-C277-4ABD-8032-E79B9F2D4B13}" sibTransId="{D461FE5B-05D9-419E-843B-2FE735DEE17B}"/>
    <dgm:cxn modelId="{89D9A563-0EE4-47F3-A7ED-7CA9584CB24C}" type="presOf" srcId="{191F7652-CE6F-4732-A737-E029DDE69B6B}" destId="{5EE3C00B-B7D8-4594-B74E-0B875DE73E43}" srcOrd="0" destOrd="0" presId="urn:microsoft.com/office/officeart/2005/8/layout/hList1"/>
    <dgm:cxn modelId="{472A4BAC-1911-41FA-86BD-F64B819CB7E9}" srcId="{660FC0DB-02D7-4C87-9CDF-8725821D93E8}" destId="{2041F93E-8180-4632-85D6-B05498F98389}" srcOrd="1" destOrd="0" parTransId="{C7D4CB4D-D0F4-4E2F-8E76-1EB30AC98B7E}" sibTransId="{9530D773-B6BB-4719-A1FE-A3A3EA8EB973}"/>
    <dgm:cxn modelId="{A64DE208-2367-41C9-A02E-504C7796B451}" type="presOf" srcId="{1DBCCE27-FD6C-4249-8F0F-D96CD8C227C5}" destId="{E40693AB-0965-4888-A1D9-D9144CEE02F3}" srcOrd="0" destOrd="1" presId="urn:microsoft.com/office/officeart/2005/8/layout/hList1"/>
    <dgm:cxn modelId="{51A4E977-CAD3-49CC-B26F-626B3A16EBAC}" type="presOf" srcId="{29741B2D-8E69-41A6-99E9-5899DC92B2F1}" destId="{E40693AB-0965-4888-A1D9-D9144CEE02F3}" srcOrd="0" destOrd="0" presId="urn:microsoft.com/office/officeart/2005/8/layout/hList1"/>
    <dgm:cxn modelId="{C516C1DA-C1AD-4515-8C03-79680853DFFF}" srcId="{2041F93E-8180-4632-85D6-B05498F98389}" destId="{05AA9DE9-8C41-4837-BBE6-D934061C290E}" srcOrd="3" destOrd="0" parTransId="{49B8366C-7171-4ED8-94D9-3C7F1C0CA525}" sibTransId="{C76D8462-E3D5-40DE-BD9F-4FE701889320}"/>
    <dgm:cxn modelId="{4A95A2D3-4CB0-4456-953A-CA73918D6368}" type="presOf" srcId="{01CEEB75-3ADA-4995-9D64-378735F76706}" destId="{E40693AB-0965-4888-A1D9-D9144CEE02F3}" srcOrd="0" destOrd="4" presId="urn:microsoft.com/office/officeart/2005/8/layout/hList1"/>
    <dgm:cxn modelId="{BF6267E0-0569-4F4D-BE5C-8930B4D6FF19}" srcId="{191F7652-CE6F-4732-A737-E029DDE69B6B}" destId="{C375E673-C57B-4E64-8EE0-D1A5C7968089}" srcOrd="3" destOrd="0" parTransId="{9E7B11A2-4250-4BED-9196-A84CA0CBBCFF}" sibTransId="{5ECC602A-440F-4380-A2C2-804F2EC3EAB3}"/>
    <dgm:cxn modelId="{AF9644FC-2880-4051-8F79-73028D18936D}" srcId="{660FC0DB-02D7-4C87-9CDF-8725821D93E8}" destId="{191F7652-CE6F-4732-A737-E029DDE69B6B}" srcOrd="0" destOrd="0" parTransId="{D91C8D5E-0EC7-4074-B50F-5F862FA97CCF}" sibTransId="{57A68FF2-2595-4B05-BA12-961566D269D5}"/>
    <dgm:cxn modelId="{8BC0DF91-8E29-4F57-90AB-F0672305D788}" type="presOf" srcId="{37E1A619-0589-4B4F-93B6-A73222CC57FC}" destId="{E40693AB-0965-4888-A1D9-D9144CEE02F3}" srcOrd="0" destOrd="2" presId="urn:microsoft.com/office/officeart/2005/8/layout/hList1"/>
    <dgm:cxn modelId="{D1E84A0B-EA9D-462E-AC94-B59E830489F6}" type="presOf" srcId="{C375E673-C57B-4E64-8EE0-D1A5C7968089}" destId="{E40693AB-0965-4888-A1D9-D9144CEE02F3}" srcOrd="0" destOrd="3" presId="urn:microsoft.com/office/officeart/2005/8/layout/hList1"/>
    <dgm:cxn modelId="{7F84F25E-0BCA-45F5-90EE-BFDD3231029D}" srcId="{191F7652-CE6F-4732-A737-E029DDE69B6B}" destId="{29741B2D-8E69-41A6-99E9-5899DC92B2F1}" srcOrd="0" destOrd="0" parTransId="{4CAB4FF3-716D-4924-9A06-07CCA219EB39}" sibTransId="{53A7B7EA-50E6-4C72-86D9-82CE49608644}"/>
    <dgm:cxn modelId="{43D02198-BA58-442D-8328-7617FF8D24A0}" type="presOf" srcId="{660FC0DB-02D7-4C87-9CDF-8725821D93E8}" destId="{7098DA57-5002-4D9F-A06A-35D395828B1E}" srcOrd="0" destOrd="0" presId="urn:microsoft.com/office/officeart/2005/8/layout/hList1"/>
    <dgm:cxn modelId="{D3EE90F2-F7BC-4F4F-A277-7FB61F4D93C0}" srcId="{191F7652-CE6F-4732-A737-E029DDE69B6B}" destId="{1DBCCE27-FD6C-4249-8F0F-D96CD8C227C5}" srcOrd="1" destOrd="0" parTransId="{74D5A4DD-D764-4BBC-94DE-503412E8F85E}" sibTransId="{3CC224A9-503A-4C4F-BC3D-7AD24034974C}"/>
    <dgm:cxn modelId="{66731689-6B9E-49A6-A459-B9C06C219286}" srcId="{191F7652-CE6F-4732-A737-E029DDE69B6B}" destId="{37E1A619-0589-4B4F-93B6-A73222CC57FC}" srcOrd="2" destOrd="0" parTransId="{75F4F551-FEA5-479E-BE8B-60A32CF42EB3}" sibTransId="{28965858-CA66-4862-A89B-0EC9202FF5EA}"/>
    <dgm:cxn modelId="{D8E92B9C-9C4B-4682-B07A-6A6C449DFCCC}" type="presOf" srcId="{2041F93E-8180-4632-85D6-B05498F98389}" destId="{6A089200-0F50-4C09-8FCF-BC12A95C3DC4}" srcOrd="0" destOrd="0" presId="urn:microsoft.com/office/officeart/2005/8/layout/hList1"/>
    <dgm:cxn modelId="{ECC5F9D9-056F-4909-B3EC-E6E0D7398F1D}" type="presOf" srcId="{05AA9DE9-8C41-4837-BBE6-D934061C290E}" destId="{CD8B1B07-3FD6-4C40-A4DE-4C3931AB7820}" srcOrd="0" destOrd="3" presId="urn:microsoft.com/office/officeart/2005/8/layout/hList1"/>
    <dgm:cxn modelId="{3BC9DA0B-E90B-418B-8943-3097829E4332}" srcId="{2041F93E-8180-4632-85D6-B05498F98389}" destId="{46F7C0CE-9895-44F6-B95C-A3BB800192E5}" srcOrd="1" destOrd="0" parTransId="{DD89FD8D-6EC0-4985-BBB5-581AF9F500CE}" sibTransId="{5C245C58-2243-49E2-98A8-437ED5995E93}"/>
    <dgm:cxn modelId="{D89DBEAA-4694-4819-BC38-A8820B66A8EE}" type="presOf" srcId="{A0398A06-9777-4905-B6D8-67D8205D224F}" destId="{CD8B1B07-3FD6-4C40-A4DE-4C3931AB7820}" srcOrd="0" destOrd="2" presId="urn:microsoft.com/office/officeart/2005/8/layout/hList1"/>
    <dgm:cxn modelId="{6EE1D615-FC77-4E68-845B-84A0DF2BF972}" srcId="{2041F93E-8180-4632-85D6-B05498F98389}" destId="{499CD55E-A42B-47D3-9289-8651C6AF226C}" srcOrd="0" destOrd="0" parTransId="{79559746-66CD-47B1-A433-B738B96F105F}" sibTransId="{9FF0E7B1-563C-4A24-9AD7-9262956B28E0}"/>
    <dgm:cxn modelId="{C36B089A-6AC6-41C5-AF0C-428ACDA32E55}" type="presOf" srcId="{46F7C0CE-9895-44F6-B95C-A3BB800192E5}" destId="{CD8B1B07-3FD6-4C40-A4DE-4C3931AB7820}" srcOrd="0" destOrd="1" presId="urn:microsoft.com/office/officeart/2005/8/layout/hList1"/>
    <dgm:cxn modelId="{F95A3F6D-A291-44FF-83A1-57722110969D}" type="presOf" srcId="{499CD55E-A42B-47D3-9289-8651C6AF226C}" destId="{CD8B1B07-3FD6-4C40-A4DE-4C3931AB7820}" srcOrd="0" destOrd="0" presId="urn:microsoft.com/office/officeart/2005/8/layout/hList1"/>
    <dgm:cxn modelId="{D1EF6166-14E0-4C14-A701-37B53C7028D4}" srcId="{2041F93E-8180-4632-85D6-B05498F98389}" destId="{A0398A06-9777-4905-B6D8-67D8205D224F}" srcOrd="2" destOrd="0" parTransId="{62835BF8-D16C-4EC3-9EE5-AD59B814A88A}" sibTransId="{3CF3E79E-AAAB-4A68-B458-8CDAE17E1B99}"/>
    <dgm:cxn modelId="{C97E4FEB-63BE-41BA-B388-6C1BB899DF86}" type="presParOf" srcId="{7098DA57-5002-4D9F-A06A-35D395828B1E}" destId="{5FDCAB52-C5C4-4A8B-AE9F-8E4A5E3247D1}" srcOrd="0" destOrd="0" presId="urn:microsoft.com/office/officeart/2005/8/layout/hList1"/>
    <dgm:cxn modelId="{73683AFF-961E-4C4D-AD9A-7A2B38A41B8A}" type="presParOf" srcId="{5FDCAB52-C5C4-4A8B-AE9F-8E4A5E3247D1}" destId="{5EE3C00B-B7D8-4594-B74E-0B875DE73E43}" srcOrd="0" destOrd="0" presId="urn:microsoft.com/office/officeart/2005/8/layout/hList1"/>
    <dgm:cxn modelId="{DB313CDC-1C87-4ACC-AE7F-607F072676B6}" type="presParOf" srcId="{5FDCAB52-C5C4-4A8B-AE9F-8E4A5E3247D1}" destId="{E40693AB-0965-4888-A1D9-D9144CEE02F3}" srcOrd="1" destOrd="0" presId="urn:microsoft.com/office/officeart/2005/8/layout/hList1"/>
    <dgm:cxn modelId="{23C06A57-4372-42EC-AAB9-37165062D049}" type="presParOf" srcId="{7098DA57-5002-4D9F-A06A-35D395828B1E}" destId="{D7FC5163-31B6-4003-889A-2143F493F40A}" srcOrd="1" destOrd="0" presId="urn:microsoft.com/office/officeart/2005/8/layout/hList1"/>
    <dgm:cxn modelId="{9C0CA7D4-A4AB-4140-998B-02348A1E97B9}" type="presParOf" srcId="{7098DA57-5002-4D9F-A06A-35D395828B1E}" destId="{A1DB7C06-CA0A-4198-9B80-6B72F1D0EC4B}" srcOrd="2" destOrd="0" presId="urn:microsoft.com/office/officeart/2005/8/layout/hList1"/>
    <dgm:cxn modelId="{4B22B337-FACC-4D37-9018-3D2EAA37A77D}" type="presParOf" srcId="{A1DB7C06-CA0A-4198-9B80-6B72F1D0EC4B}" destId="{6A089200-0F50-4C09-8FCF-BC12A95C3DC4}" srcOrd="0" destOrd="0" presId="urn:microsoft.com/office/officeart/2005/8/layout/hList1"/>
    <dgm:cxn modelId="{AAF77CBF-8EEC-47A9-A6B0-4A98032A932A}" type="presParOf" srcId="{A1DB7C06-CA0A-4198-9B80-6B72F1D0EC4B}" destId="{CD8B1B07-3FD6-4C40-A4DE-4C3931AB782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820F01C-B89C-4146-B3CE-47D543CF7F89}" type="doc">
      <dgm:prSet loTypeId="urn:microsoft.com/office/officeart/2005/8/layout/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ADF8C160-C666-46E1-9519-EE1BA8420C00}">
      <dgm:prSet custT="1"/>
      <dgm:spPr/>
      <dgm:t>
        <a:bodyPr/>
        <a:lstStyle/>
        <a:p>
          <a:r>
            <a:rPr lang="en-US" sz="2400">
              <a:latin typeface="Arial "/>
            </a:rPr>
            <a:t>User:</a:t>
          </a:r>
        </a:p>
      </dgm:t>
    </dgm:pt>
    <dgm:pt modelId="{D03B1926-5593-4A24-9BC7-A511876E6CF9}" type="parTrans" cxnId="{D6240E9F-556A-443D-A13A-34F494ACE700}">
      <dgm:prSet/>
      <dgm:spPr/>
      <dgm:t>
        <a:bodyPr/>
        <a:lstStyle/>
        <a:p>
          <a:endParaRPr lang="en-US"/>
        </a:p>
      </dgm:t>
    </dgm:pt>
    <dgm:pt modelId="{58939B33-A188-4D62-A41C-1FEB09084085}" type="sibTrans" cxnId="{D6240E9F-556A-443D-A13A-34F494ACE700}">
      <dgm:prSet/>
      <dgm:spPr/>
      <dgm:t>
        <a:bodyPr/>
        <a:lstStyle/>
        <a:p>
          <a:endParaRPr lang="en-US"/>
        </a:p>
      </dgm:t>
    </dgm:pt>
    <dgm:pt modelId="{C71CA00F-2300-45B8-96FB-F9C188F6F4D7}">
      <dgm:prSet custT="1"/>
      <dgm:spPr/>
      <dgm:t>
        <a:bodyPr/>
        <a:lstStyle/>
        <a:p>
          <a:r>
            <a:rPr lang="en-US" sz="2400">
              <a:latin typeface="Arial "/>
            </a:rPr>
            <a:t>Admin:</a:t>
          </a:r>
        </a:p>
      </dgm:t>
    </dgm:pt>
    <dgm:pt modelId="{9A0F4579-91F5-42B6-B2B4-7DB06CA9EB34}" type="parTrans" cxnId="{F7D5E0B0-6F05-42F2-BFF5-ACADFC96AB0F}">
      <dgm:prSet/>
      <dgm:spPr/>
      <dgm:t>
        <a:bodyPr/>
        <a:lstStyle/>
        <a:p>
          <a:endParaRPr lang="en-US"/>
        </a:p>
      </dgm:t>
    </dgm:pt>
    <dgm:pt modelId="{73E6BC27-733D-482B-B073-763123A7ED93}" type="sibTrans" cxnId="{F7D5E0B0-6F05-42F2-BFF5-ACADFC96AB0F}">
      <dgm:prSet/>
      <dgm:spPr/>
      <dgm:t>
        <a:bodyPr/>
        <a:lstStyle/>
        <a:p>
          <a:endParaRPr lang="en-US"/>
        </a:p>
      </dgm:t>
    </dgm:pt>
    <dgm:pt modelId="{7A86EFC7-A2BF-477B-8EAB-D9BCE0ED29EB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Tải lên tài liệu</a:t>
          </a:r>
          <a:endParaRPr lang="en-US" sz="2400">
            <a:latin typeface="Arial "/>
          </a:endParaRPr>
        </a:p>
      </dgm:t>
    </dgm:pt>
    <dgm:pt modelId="{05EA01B0-0933-4D8B-99A8-1FAAF833E766}" type="parTrans" cxnId="{5121A9A9-3304-4259-933D-F8ACBEA4EFB9}">
      <dgm:prSet/>
      <dgm:spPr/>
      <dgm:t>
        <a:bodyPr/>
        <a:lstStyle/>
        <a:p>
          <a:endParaRPr lang="en-US"/>
        </a:p>
      </dgm:t>
    </dgm:pt>
    <dgm:pt modelId="{54B63D80-7CE5-4D6A-A68E-3D6A6ED5D122}" type="sibTrans" cxnId="{5121A9A9-3304-4259-933D-F8ACBEA4EFB9}">
      <dgm:prSet/>
      <dgm:spPr/>
      <dgm:t>
        <a:bodyPr/>
        <a:lstStyle/>
        <a:p>
          <a:endParaRPr lang="en-US"/>
        </a:p>
      </dgm:t>
    </dgm:pt>
    <dgm:pt modelId="{E152CEC8-2730-4100-815C-3494AA0BD18A}">
      <dgm:prSet custT="1"/>
      <dgm:spPr/>
      <dgm:t>
        <a:bodyPr/>
        <a:lstStyle/>
        <a:p>
          <a:pPr>
            <a:buNone/>
          </a:pPr>
          <a:r>
            <a:rPr lang="en-US" sz="2400">
              <a:latin typeface="Arial "/>
            </a:rPr>
            <a:t>Quản lý </a:t>
          </a:r>
          <a:r>
            <a:rPr lang="en-US" sz="2400" smtClean="0">
              <a:latin typeface="Arial "/>
            </a:rPr>
            <a:t>tài </a:t>
          </a:r>
          <a:r>
            <a:rPr lang="en-US" sz="2400" smtClean="0">
              <a:latin typeface="Arial "/>
            </a:rPr>
            <a:t>liệu</a:t>
          </a:r>
          <a:endParaRPr lang="en-US" sz="2400">
            <a:latin typeface="Arial "/>
          </a:endParaRPr>
        </a:p>
      </dgm:t>
    </dgm:pt>
    <dgm:pt modelId="{867279F8-A467-4688-B721-37C89BD51D7B}" type="parTrans" cxnId="{9CCD6AAA-738C-4B8A-86F9-848C39D936D3}">
      <dgm:prSet/>
      <dgm:spPr/>
      <dgm:t>
        <a:bodyPr/>
        <a:lstStyle/>
        <a:p>
          <a:endParaRPr lang="en-US"/>
        </a:p>
      </dgm:t>
    </dgm:pt>
    <dgm:pt modelId="{BE65A730-E672-4C5B-9829-E57257C24AC4}" type="sibTrans" cxnId="{9CCD6AAA-738C-4B8A-86F9-848C39D936D3}">
      <dgm:prSet/>
      <dgm:spPr/>
      <dgm:t>
        <a:bodyPr/>
        <a:lstStyle/>
        <a:p>
          <a:endParaRPr lang="en-US"/>
        </a:p>
      </dgm:t>
    </dgm:pt>
    <dgm:pt modelId="{439B88AA-4EBC-4EAC-AF44-129EE924E449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Quản lý dự án bài giảng</a:t>
          </a:r>
          <a:endParaRPr lang="en-US" sz="2400">
            <a:latin typeface="Arial "/>
          </a:endParaRPr>
        </a:p>
      </dgm:t>
    </dgm:pt>
    <dgm:pt modelId="{19D3340C-36F0-4634-B835-EA349520DE44}" type="parTrans" cxnId="{02844456-6D53-40CD-B269-078BA1F05562}">
      <dgm:prSet/>
      <dgm:spPr/>
      <dgm:t>
        <a:bodyPr/>
        <a:lstStyle/>
        <a:p>
          <a:endParaRPr lang="en-US"/>
        </a:p>
      </dgm:t>
    </dgm:pt>
    <dgm:pt modelId="{C3BB9266-D552-4C44-839F-EE15F5423BDC}" type="sibTrans" cxnId="{02844456-6D53-40CD-B269-078BA1F05562}">
      <dgm:prSet/>
      <dgm:spPr/>
      <dgm:t>
        <a:bodyPr/>
        <a:lstStyle/>
        <a:p>
          <a:endParaRPr lang="en-US"/>
        </a:p>
      </dgm:t>
    </dgm:pt>
    <dgm:pt modelId="{705C2A1F-8E2B-49A1-9CD0-4D52137D0035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Tạo câu hỏi</a:t>
          </a:r>
          <a:endParaRPr lang="en-US" sz="2400">
            <a:latin typeface="Arial "/>
          </a:endParaRPr>
        </a:p>
      </dgm:t>
    </dgm:pt>
    <dgm:pt modelId="{2504AC58-B911-4465-A319-82F4386840CD}" type="parTrans" cxnId="{A28BA15A-C2CA-435A-A6FC-A69553B5833F}">
      <dgm:prSet/>
      <dgm:spPr/>
      <dgm:t>
        <a:bodyPr/>
        <a:lstStyle/>
        <a:p>
          <a:endParaRPr lang="en-US"/>
        </a:p>
      </dgm:t>
    </dgm:pt>
    <dgm:pt modelId="{0FD6D53F-116B-4EBD-A4DB-C52D372D0C77}" type="sibTrans" cxnId="{A28BA15A-C2CA-435A-A6FC-A69553B5833F}">
      <dgm:prSet/>
      <dgm:spPr/>
      <dgm:t>
        <a:bodyPr/>
        <a:lstStyle/>
        <a:p>
          <a:endParaRPr lang="en-US"/>
        </a:p>
      </dgm:t>
    </dgm:pt>
    <dgm:pt modelId="{F9DADB1A-B71E-433E-AB91-D99D88B1E93E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Xuất kết quả</a:t>
          </a:r>
          <a:endParaRPr lang="en-US" sz="2400">
            <a:latin typeface="Arial "/>
          </a:endParaRPr>
        </a:p>
      </dgm:t>
    </dgm:pt>
    <dgm:pt modelId="{DDE1237A-6D05-4FBE-B764-A2767B884D3C}" type="parTrans" cxnId="{59F39D3F-9481-4330-A258-9AEC936BBF87}">
      <dgm:prSet/>
      <dgm:spPr/>
      <dgm:t>
        <a:bodyPr/>
        <a:lstStyle/>
        <a:p>
          <a:endParaRPr lang="en-US"/>
        </a:p>
      </dgm:t>
    </dgm:pt>
    <dgm:pt modelId="{791D3A48-7501-4996-9687-A8B00950E554}" type="sibTrans" cxnId="{59F39D3F-9481-4330-A258-9AEC936BBF87}">
      <dgm:prSet/>
      <dgm:spPr/>
      <dgm:t>
        <a:bodyPr/>
        <a:lstStyle/>
        <a:p>
          <a:endParaRPr lang="en-US"/>
        </a:p>
      </dgm:t>
    </dgm:pt>
    <dgm:pt modelId="{4C361ECF-8DB4-4C86-A1E2-A8DA4616DC0C}">
      <dgm:prSet custT="1"/>
      <dgm:spPr/>
      <dgm:t>
        <a:bodyPr/>
        <a:lstStyle/>
        <a:p>
          <a:pPr>
            <a:buNone/>
          </a:pPr>
          <a:r>
            <a:rPr lang="en-US" sz="2400" smtClean="0">
              <a:latin typeface="Arial "/>
            </a:rPr>
            <a:t>Hỏi đáp tài liệu</a:t>
          </a:r>
          <a:endParaRPr lang="en-US" sz="2400">
            <a:latin typeface="Arial "/>
          </a:endParaRPr>
        </a:p>
      </dgm:t>
    </dgm:pt>
    <dgm:pt modelId="{EBBFE1BF-025C-40DF-968E-57486935B638}" type="parTrans" cxnId="{06B01FDC-CD18-4F77-BD9F-45AE05169C61}">
      <dgm:prSet/>
      <dgm:spPr/>
      <dgm:t>
        <a:bodyPr/>
        <a:lstStyle/>
        <a:p>
          <a:endParaRPr lang="en-US"/>
        </a:p>
      </dgm:t>
    </dgm:pt>
    <dgm:pt modelId="{CBBF3668-DCB1-4C6F-B9A6-ADE48B884E31}" type="sibTrans" cxnId="{06B01FDC-CD18-4F77-BD9F-45AE05169C61}">
      <dgm:prSet/>
      <dgm:spPr/>
      <dgm:t>
        <a:bodyPr/>
        <a:lstStyle/>
        <a:p>
          <a:endParaRPr lang="en-US"/>
        </a:p>
      </dgm:t>
    </dgm:pt>
    <dgm:pt modelId="{A860DA55-48F2-41AB-8C52-59841AA43B31}">
      <dgm:prSet custT="1"/>
      <dgm:spPr/>
      <dgm:t>
        <a:bodyPr/>
        <a:lstStyle/>
        <a:p>
          <a:pPr>
            <a:buNone/>
          </a:pPr>
          <a:r>
            <a:rPr lang="vi-VN" sz="2400" smtClean="0">
              <a:latin typeface="Arial "/>
            </a:rPr>
            <a:t>Quản lý</a:t>
          </a:r>
          <a:r>
            <a:rPr lang="en-US" sz="2400" smtClean="0">
              <a:latin typeface="Arial "/>
            </a:rPr>
            <a:t> </a:t>
          </a:r>
          <a:r>
            <a:rPr lang="en-US" sz="2400" smtClean="0">
              <a:latin typeface="Arial "/>
            </a:rPr>
            <a:t>người </a:t>
          </a:r>
          <a:r>
            <a:rPr lang="vi-VN" sz="2400" smtClean="0">
              <a:latin typeface="Arial "/>
            </a:rPr>
            <a:t>dùng</a:t>
          </a:r>
          <a:endParaRPr lang="en-US" sz="2400">
            <a:latin typeface="Arial "/>
          </a:endParaRPr>
        </a:p>
      </dgm:t>
    </dgm:pt>
    <dgm:pt modelId="{865F8B73-6EE7-4206-9DC8-A91222D083E6}" type="parTrans" cxnId="{7951F2B9-3F59-4296-A59C-B25979C11432}">
      <dgm:prSet/>
      <dgm:spPr/>
      <dgm:t>
        <a:bodyPr/>
        <a:lstStyle/>
        <a:p>
          <a:endParaRPr lang="en-US"/>
        </a:p>
      </dgm:t>
    </dgm:pt>
    <dgm:pt modelId="{21EC8D3C-6088-4426-817E-59591190691E}" type="sibTrans" cxnId="{7951F2B9-3F59-4296-A59C-B25979C11432}">
      <dgm:prSet/>
      <dgm:spPr/>
      <dgm:t>
        <a:bodyPr/>
        <a:lstStyle/>
        <a:p>
          <a:endParaRPr lang="en-US"/>
        </a:p>
      </dgm:t>
    </dgm:pt>
    <dgm:pt modelId="{26F3D37E-BF06-441A-825A-24FF7C2D408C}">
      <dgm:prSet custT="1"/>
      <dgm:spPr/>
      <dgm:t>
        <a:bodyPr/>
        <a:lstStyle/>
        <a:p>
          <a:pPr>
            <a:buNone/>
          </a:pPr>
          <a:r>
            <a:rPr lang="vi-VN" sz="2400" smtClean="0">
              <a:latin typeface="Arial "/>
            </a:rPr>
            <a:t>X</a:t>
          </a:r>
          <a:r>
            <a:rPr lang="en-US" sz="2400" smtClean="0">
              <a:latin typeface="Arial "/>
            </a:rPr>
            <a:t>em </a:t>
          </a:r>
          <a:r>
            <a:rPr lang="en-US" sz="2400" smtClean="0">
              <a:latin typeface="Arial "/>
            </a:rPr>
            <a:t>thống kê  hệ thống</a:t>
          </a:r>
          <a:endParaRPr lang="en-US" sz="2400">
            <a:latin typeface="Arial "/>
          </a:endParaRPr>
        </a:p>
      </dgm:t>
    </dgm:pt>
    <dgm:pt modelId="{5060CEC2-8B56-47F4-8269-3B03F4EE8AE8}" type="parTrans" cxnId="{8D3739F7-AD69-433E-BDBB-820E09F88D4E}">
      <dgm:prSet/>
      <dgm:spPr/>
      <dgm:t>
        <a:bodyPr/>
        <a:lstStyle/>
        <a:p>
          <a:endParaRPr lang="en-US"/>
        </a:p>
      </dgm:t>
    </dgm:pt>
    <dgm:pt modelId="{2600F942-FA23-41CA-829A-1F550F0A48EB}" type="sibTrans" cxnId="{8D3739F7-AD69-433E-BDBB-820E09F88D4E}">
      <dgm:prSet/>
      <dgm:spPr/>
      <dgm:t>
        <a:bodyPr/>
        <a:lstStyle/>
        <a:p>
          <a:endParaRPr lang="en-US"/>
        </a:p>
      </dgm:t>
    </dgm:pt>
    <dgm:pt modelId="{D9FD9C5D-66ED-4167-82BC-CEB4BEBF07E0}" type="pres">
      <dgm:prSet presAssocID="{B820F01C-B89C-4146-B3CE-47D543CF7F89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5E2CC20-F3CC-4BE9-846E-F8D3DEA3D197}" type="pres">
      <dgm:prSet presAssocID="{ADF8C160-C666-46E1-9519-EE1BA8420C00}" presName="parentLin" presStyleCnt="0"/>
      <dgm:spPr/>
    </dgm:pt>
    <dgm:pt modelId="{A2EE139B-42AA-4E95-856B-0CFA2DE5CC8E}" type="pres">
      <dgm:prSet presAssocID="{ADF8C160-C666-46E1-9519-EE1BA8420C00}" presName="parentLeftMargin" presStyleLbl="node1" presStyleIdx="0" presStyleCnt="2"/>
      <dgm:spPr/>
      <dgm:t>
        <a:bodyPr/>
        <a:lstStyle/>
        <a:p>
          <a:endParaRPr lang="en-US"/>
        </a:p>
      </dgm:t>
    </dgm:pt>
    <dgm:pt modelId="{BAA6E47A-EAE7-460E-B70E-2BBD832609B7}" type="pres">
      <dgm:prSet presAssocID="{ADF8C160-C666-46E1-9519-EE1BA8420C00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F25C1F6-67A8-40B5-918B-0F57E4FDA1AF}" type="pres">
      <dgm:prSet presAssocID="{ADF8C160-C666-46E1-9519-EE1BA8420C00}" presName="negativeSpace" presStyleCnt="0"/>
      <dgm:spPr/>
    </dgm:pt>
    <dgm:pt modelId="{333CA5EC-5E59-4853-9FAF-0949264CD166}" type="pres">
      <dgm:prSet presAssocID="{ADF8C160-C666-46E1-9519-EE1BA8420C00}" presName="childText" presStyleLbl="conFgAcc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6671A48-8453-45F2-B153-3BDF2EE623DD}" type="pres">
      <dgm:prSet presAssocID="{58939B33-A188-4D62-A41C-1FEB09084085}" presName="spaceBetweenRectangles" presStyleCnt="0"/>
      <dgm:spPr/>
    </dgm:pt>
    <dgm:pt modelId="{6686F133-CB43-454E-956F-6CF8C536C7B8}" type="pres">
      <dgm:prSet presAssocID="{C71CA00F-2300-45B8-96FB-F9C188F6F4D7}" presName="parentLin" presStyleCnt="0"/>
      <dgm:spPr/>
    </dgm:pt>
    <dgm:pt modelId="{BEFCB198-37FF-4F6A-863E-A684ADCE2F6A}" type="pres">
      <dgm:prSet presAssocID="{C71CA00F-2300-45B8-96FB-F9C188F6F4D7}" presName="parentLeftMargin" presStyleLbl="node1" presStyleIdx="0" presStyleCnt="2"/>
      <dgm:spPr/>
      <dgm:t>
        <a:bodyPr/>
        <a:lstStyle/>
        <a:p>
          <a:endParaRPr lang="en-US"/>
        </a:p>
      </dgm:t>
    </dgm:pt>
    <dgm:pt modelId="{CA7141B4-8AE9-4B2A-A720-1AD6C8C5938D}" type="pres">
      <dgm:prSet presAssocID="{C71CA00F-2300-45B8-96FB-F9C188F6F4D7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BD6FBB7-6FCA-4658-A748-2C4D71FED80E}" type="pres">
      <dgm:prSet presAssocID="{C71CA00F-2300-45B8-96FB-F9C188F6F4D7}" presName="negativeSpace" presStyleCnt="0"/>
      <dgm:spPr/>
    </dgm:pt>
    <dgm:pt modelId="{8E73A191-5E1B-49D6-987E-11CA2BCDBD99}" type="pres">
      <dgm:prSet presAssocID="{C71CA00F-2300-45B8-96FB-F9C188F6F4D7}" presName="childText" presStyleLbl="conFgAcc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5121A9A9-3304-4259-933D-F8ACBEA4EFB9}" srcId="{ADF8C160-C666-46E1-9519-EE1BA8420C00}" destId="{7A86EFC7-A2BF-477B-8EAB-D9BCE0ED29EB}" srcOrd="0" destOrd="0" parTransId="{05EA01B0-0933-4D8B-99A8-1FAAF833E766}" sibTransId="{54B63D80-7CE5-4D6A-A68E-3D6A6ED5D122}"/>
    <dgm:cxn modelId="{7951F2B9-3F59-4296-A59C-B25979C11432}" srcId="{C71CA00F-2300-45B8-96FB-F9C188F6F4D7}" destId="{A860DA55-48F2-41AB-8C52-59841AA43B31}" srcOrd="1" destOrd="0" parTransId="{865F8B73-6EE7-4206-9DC8-A91222D083E6}" sibTransId="{21EC8D3C-6088-4426-817E-59591190691E}"/>
    <dgm:cxn modelId="{9CCD6AAA-738C-4B8A-86F9-848C39D936D3}" srcId="{C71CA00F-2300-45B8-96FB-F9C188F6F4D7}" destId="{E152CEC8-2730-4100-815C-3494AA0BD18A}" srcOrd="0" destOrd="0" parTransId="{867279F8-A467-4688-B721-37C89BD51D7B}" sibTransId="{BE65A730-E672-4C5B-9829-E57257C24AC4}"/>
    <dgm:cxn modelId="{FF269E10-5CAE-4739-97BA-45514B2BE91D}" type="presOf" srcId="{ADF8C160-C666-46E1-9519-EE1BA8420C00}" destId="{BAA6E47A-EAE7-460E-B70E-2BBD832609B7}" srcOrd="1" destOrd="0" presId="urn:microsoft.com/office/officeart/2005/8/layout/list1"/>
    <dgm:cxn modelId="{710DF9C2-4B64-4DAF-A101-5CFCE5CC9DE3}" type="presOf" srcId="{26F3D37E-BF06-441A-825A-24FF7C2D408C}" destId="{8E73A191-5E1B-49D6-987E-11CA2BCDBD99}" srcOrd="0" destOrd="2" presId="urn:microsoft.com/office/officeart/2005/8/layout/list1"/>
    <dgm:cxn modelId="{B38F8896-ED80-4EEA-8F16-A689D84ACC74}" type="presOf" srcId="{4C361ECF-8DB4-4C86-A1E2-A8DA4616DC0C}" destId="{333CA5EC-5E59-4853-9FAF-0949264CD166}" srcOrd="0" destOrd="4" presId="urn:microsoft.com/office/officeart/2005/8/layout/list1"/>
    <dgm:cxn modelId="{59F39D3F-9481-4330-A258-9AEC936BBF87}" srcId="{ADF8C160-C666-46E1-9519-EE1BA8420C00}" destId="{F9DADB1A-B71E-433E-AB91-D99D88B1E93E}" srcOrd="3" destOrd="0" parTransId="{DDE1237A-6D05-4FBE-B764-A2767B884D3C}" sibTransId="{791D3A48-7501-4996-9687-A8B00950E554}"/>
    <dgm:cxn modelId="{806B3140-89B8-4510-8FC7-36CB3DF334DF}" type="presOf" srcId="{F9DADB1A-B71E-433E-AB91-D99D88B1E93E}" destId="{333CA5EC-5E59-4853-9FAF-0949264CD166}" srcOrd="0" destOrd="3" presId="urn:microsoft.com/office/officeart/2005/8/layout/list1"/>
    <dgm:cxn modelId="{A28BA15A-C2CA-435A-A6FC-A69553B5833F}" srcId="{ADF8C160-C666-46E1-9519-EE1BA8420C00}" destId="{705C2A1F-8E2B-49A1-9CD0-4D52137D0035}" srcOrd="2" destOrd="0" parTransId="{2504AC58-B911-4465-A319-82F4386840CD}" sibTransId="{0FD6D53F-116B-4EBD-A4DB-C52D372D0C77}"/>
    <dgm:cxn modelId="{72345E88-5D4F-46DC-9ABF-9E4EBFBD9D9B}" type="presOf" srcId="{C71CA00F-2300-45B8-96FB-F9C188F6F4D7}" destId="{CA7141B4-8AE9-4B2A-A720-1AD6C8C5938D}" srcOrd="1" destOrd="0" presId="urn:microsoft.com/office/officeart/2005/8/layout/list1"/>
    <dgm:cxn modelId="{FA3F4ECC-32F5-42E0-9A2D-46F63249CADB}" type="presOf" srcId="{A860DA55-48F2-41AB-8C52-59841AA43B31}" destId="{8E73A191-5E1B-49D6-987E-11CA2BCDBD99}" srcOrd="0" destOrd="1" presId="urn:microsoft.com/office/officeart/2005/8/layout/list1"/>
    <dgm:cxn modelId="{76D28A65-E92D-4B91-9071-9F906C498B18}" type="presOf" srcId="{7A86EFC7-A2BF-477B-8EAB-D9BCE0ED29EB}" destId="{333CA5EC-5E59-4853-9FAF-0949264CD166}" srcOrd="0" destOrd="0" presId="urn:microsoft.com/office/officeart/2005/8/layout/list1"/>
    <dgm:cxn modelId="{CECDA1B7-21B1-447F-A1D1-45E4AA2607AA}" type="presOf" srcId="{439B88AA-4EBC-4EAC-AF44-129EE924E449}" destId="{333CA5EC-5E59-4853-9FAF-0949264CD166}" srcOrd="0" destOrd="1" presId="urn:microsoft.com/office/officeart/2005/8/layout/list1"/>
    <dgm:cxn modelId="{F7D5E0B0-6F05-42F2-BFF5-ACADFC96AB0F}" srcId="{B820F01C-B89C-4146-B3CE-47D543CF7F89}" destId="{C71CA00F-2300-45B8-96FB-F9C188F6F4D7}" srcOrd="1" destOrd="0" parTransId="{9A0F4579-91F5-42B6-B2B4-7DB06CA9EB34}" sibTransId="{73E6BC27-733D-482B-B073-763123A7ED93}"/>
    <dgm:cxn modelId="{D6240E9F-556A-443D-A13A-34F494ACE700}" srcId="{B820F01C-B89C-4146-B3CE-47D543CF7F89}" destId="{ADF8C160-C666-46E1-9519-EE1BA8420C00}" srcOrd="0" destOrd="0" parTransId="{D03B1926-5593-4A24-9BC7-A511876E6CF9}" sibTransId="{58939B33-A188-4D62-A41C-1FEB09084085}"/>
    <dgm:cxn modelId="{02844456-6D53-40CD-B269-078BA1F05562}" srcId="{ADF8C160-C666-46E1-9519-EE1BA8420C00}" destId="{439B88AA-4EBC-4EAC-AF44-129EE924E449}" srcOrd="1" destOrd="0" parTransId="{19D3340C-36F0-4634-B835-EA349520DE44}" sibTransId="{C3BB9266-D552-4C44-839F-EE15F5423BDC}"/>
    <dgm:cxn modelId="{7040650F-4A23-43FF-AFA2-3AE8EFCDF72C}" type="presOf" srcId="{C71CA00F-2300-45B8-96FB-F9C188F6F4D7}" destId="{BEFCB198-37FF-4F6A-863E-A684ADCE2F6A}" srcOrd="0" destOrd="0" presId="urn:microsoft.com/office/officeart/2005/8/layout/list1"/>
    <dgm:cxn modelId="{50A39D22-7E02-4DD6-9B80-909F77EA29D1}" type="presOf" srcId="{E152CEC8-2730-4100-815C-3494AA0BD18A}" destId="{8E73A191-5E1B-49D6-987E-11CA2BCDBD99}" srcOrd="0" destOrd="0" presId="urn:microsoft.com/office/officeart/2005/8/layout/list1"/>
    <dgm:cxn modelId="{60B53C48-A4DB-4A7A-8A3E-B165D3EC30F9}" type="presOf" srcId="{705C2A1F-8E2B-49A1-9CD0-4D52137D0035}" destId="{333CA5EC-5E59-4853-9FAF-0949264CD166}" srcOrd="0" destOrd="2" presId="urn:microsoft.com/office/officeart/2005/8/layout/list1"/>
    <dgm:cxn modelId="{DEBCFF6E-C1FA-481C-9156-F9D18113E740}" type="presOf" srcId="{B820F01C-B89C-4146-B3CE-47D543CF7F89}" destId="{D9FD9C5D-66ED-4167-82BC-CEB4BEBF07E0}" srcOrd="0" destOrd="0" presId="urn:microsoft.com/office/officeart/2005/8/layout/list1"/>
    <dgm:cxn modelId="{C2305138-2B64-4FE4-8690-EAFD5AD0EFCC}" type="presOf" srcId="{ADF8C160-C666-46E1-9519-EE1BA8420C00}" destId="{A2EE139B-42AA-4E95-856B-0CFA2DE5CC8E}" srcOrd="0" destOrd="0" presId="urn:microsoft.com/office/officeart/2005/8/layout/list1"/>
    <dgm:cxn modelId="{06B01FDC-CD18-4F77-BD9F-45AE05169C61}" srcId="{ADF8C160-C666-46E1-9519-EE1BA8420C00}" destId="{4C361ECF-8DB4-4C86-A1E2-A8DA4616DC0C}" srcOrd="4" destOrd="0" parTransId="{EBBFE1BF-025C-40DF-968E-57486935B638}" sibTransId="{CBBF3668-DCB1-4C6F-B9A6-ADE48B884E31}"/>
    <dgm:cxn modelId="{8D3739F7-AD69-433E-BDBB-820E09F88D4E}" srcId="{C71CA00F-2300-45B8-96FB-F9C188F6F4D7}" destId="{26F3D37E-BF06-441A-825A-24FF7C2D408C}" srcOrd="2" destOrd="0" parTransId="{5060CEC2-8B56-47F4-8269-3B03F4EE8AE8}" sibTransId="{2600F942-FA23-41CA-829A-1F550F0A48EB}"/>
    <dgm:cxn modelId="{BAD2E1CA-A851-4D38-9BBC-E7BD531BAFF0}" type="presParOf" srcId="{D9FD9C5D-66ED-4167-82BC-CEB4BEBF07E0}" destId="{95E2CC20-F3CC-4BE9-846E-F8D3DEA3D197}" srcOrd="0" destOrd="0" presId="urn:microsoft.com/office/officeart/2005/8/layout/list1"/>
    <dgm:cxn modelId="{EDF55B39-74C8-40F3-8B06-E4A9234E6F91}" type="presParOf" srcId="{95E2CC20-F3CC-4BE9-846E-F8D3DEA3D197}" destId="{A2EE139B-42AA-4E95-856B-0CFA2DE5CC8E}" srcOrd="0" destOrd="0" presId="urn:microsoft.com/office/officeart/2005/8/layout/list1"/>
    <dgm:cxn modelId="{1832C733-08E4-4C0C-8002-6C5BFE0E7E37}" type="presParOf" srcId="{95E2CC20-F3CC-4BE9-846E-F8D3DEA3D197}" destId="{BAA6E47A-EAE7-460E-B70E-2BBD832609B7}" srcOrd="1" destOrd="0" presId="urn:microsoft.com/office/officeart/2005/8/layout/list1"/>
    <dgm:cxn modelId="{C7BC5257-E0EE-48B2-983B-9784B32DCB21}" type="presParOf" srcId="{D9FD9C5D-66ED-4167-82BC-CEB4BEBF07E0}" destId="{AF25C1F6-67A8-40B5-918B-0F57E4FDA1AF}" srcOrd="1" destOrd="0" presId="urn:microsoft.com/office/officeart/2005/8/layout/list1"/>
    <dgm:cxn modelId="{5D0B7A3E-72B4-46BD-BC97-CBE83AE1A74F}" type="presParOf" srcId="{D9FD9C5D-66ED-4167-82BC-CEB4BEBF07E0}" destId="{333CA5EC-5E59-4853-9FAF-0949264CD166}" srcOrd="2" destOrd="0" presId="urn:microsoft.com/office/officeart/2005/8/layout/list1"/>
    <dgm:cxn modelId="{DEFBAD0A-0129-4BF6-A9C5-90BA7EEAE36E}" type="presParOf" srcId="{D9FD9C5D-66ED-4167-82BC-CEB4BEBF07E0}" destId="{D6671A48-8453-45F2-B153-3BDF2EE623DD}" srcOrd="3" destOrd="0" presId="urn:microsoft.com/office/officeart/2005/8/layout/list1"/>
    <dgm:cxn modelId="{2519BC02-BE49-4D9E-ADAC-0D513845E64F}" type="presParOf" srcId="{D9FD9C5D-66ED-4167-82BC-CEB4BEBF07E0}" destId="{6686F133-CB43-454E-956F-6CF8C536C7B8}" srcOrd="4" destOrd="0" presId="urn:microsoft.com/office/officeart/2005/8/layout/list1"/>
    <dgm:cxn modelId="{08FDD350-6D49-42DF-8783-0E283FC02D1B}" type="presParOf" srcId="{6686F133-CB43-454E-956F-6CF8C536C7B8}" destId="{BEFCB198-37FF-4F6A-863E-A684ADCE2F6A}" srcOrd="0" destOrd="0" presId="urn:microsoft.com/office/officeart/2005/8/layout/list1"/>
    <dgm:cxn modelId="{23B3B355-31A5-45B4-9FD2-4D4C119E1538}" type="presParOf" srcId="{6686F133-CB43-454E-956F-6CF8C536C7B8}" destId="{CA7141B4-8AE9-4B2A-A720-1AD6C8C5938D}" srcOrd="1" destOrd="0" presId="urn:microsoft.com/office/officeart/2005/8/layout/list1"/>
    <dgm:cxn modelId="{CAE16E04-CCAF-400B-92E7-E7A6B12F786F}" type="presParOf" srcId="{D9FD9C5D-66ED-4167-82BC-CEB4BEBF07E0}" destId="{4BD6FBB7-6FCA-4658-A748-2C4D71FED80E}" srcOrd="5" destOrd="0" presId="urn:microsoft.com/office/officeart/2005/8/layout/list1"/>
    <dgm:cxn modelId="{8CD6C707-22CF-47C1-82AE-0DE1161CA8E2}" type="presParOf" srcId="{D9FD9C5D-66ED-4167-82BC-CEB4BEBF07E0}" destId="{8E73A191-5E1B-49D6-987E-11CA2BCDBD99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820F01C-B89C-4146-B3CE-47D543CF7F89}" type="doc">
      <dgm:prSet loTypeId="urn:microsoft.com/office/officeart/2005/8/layout/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ADF8C160-C666-46E1-9519-EE1BA8420C00}">
      <dgm:prSet custT="1"/>
      <dgm:spPr/>
      <dgm:t>
        <a:bodyPr/>
        <a:lstStyle/>
        <a:p>
          <a:r>
            <a:rPr lang="en-US" sz="2400" smtClean="0">
              <a:latin typeface="Arial "/>
            </a:rPr>
            <a:t>Lợi ích của RAG</a:t>
          </a:r>
          <a:endParaRPr lang="en-US" sz="2400">
            <a:latin typeface="Arial "/>
          </a:endParaRPr>
        </a:p>
      </dgm:t>
    </dgm:pt>
    <dgm:pt modelId="{D03B1926-5593-4A24-9BC7-A511876E6CF9}" type="parTrans" cxnId="{D6240E9F-556A-443D-A13A-34F494ACE700}">
      <dgm:prSet/>
      <dgm:spPr/>
      <dgm:t>
        <a:bodyPr/>
        <a:lstStyle/>
        <a:p>
          <a:endParaRPr lang="en-US"/>
        </a:p>
      </dgm:t>
    </dgm:pt>
    <dgm:pt modelId="{58939B33-A188-4D62-A41C-1FEB09084085}" type="sibTrans" cxnId="{D6240E9F-556A-443D-A13A-34F494ACE700}">
      <dgm:prSet/>
      <dgm:spPr/>
      <dgm:t>
        <a:bodyPr/>
        <a:lstStyle/>
        <a:p>
          <a:endParaRPr lang="en-US"/>
        </a:p>
      </dgm:t>
    </dgm:pt>
    <dgm:pt modelId="{7A86EFC7-A2BF-477B-8EAB-D9BCE0ED29EB}">
      <dgm:prSet custT="1"/>
      <dgm:spPr/>
      <dgm:t>
        <a:bodyPr/>
        <a:lstStyle/>
        <a:p>
          <a:pPr>
            <a:lnSpc>
              <a:spcPct val="150000"/>
            </a:lnSpc>
            <a:buNone/>
          </a:pPr>
          <a:r>
            <a:rPr lang="vi-VN" sz="2200" smtClean="0">
              <a:latin typeface="Arial "/>
            </a:rPr>
            <a:t>Bám sát đề cương</a:t>
          </a:r>
          <a:endParaRPr lang="en-US" sz="2200">
            <a:latin typeface="Arial "/>
          </a:endParaRPr>
        </a:p>
      </dgm:t>
    </dgm:pt>
    <dgm:pt modelId="{05EA01B0-0933-4D8B-99A8-1FAAF833E766}" type="parTrans" cxnId="{5121A9A9-3304-4259-933D-F8ACBEA4EFB9}">
      <dgm:prSet/>
      <dgm:spPr/>
      <dgm:t>
        <a:bodyPr/>
        <a:lstStyle/>
        <a:p>
          <a:endParaRPr lang="en-US"/>
        </a:p>
      </dgm:t>
    </dgm:pt>
    <dgm:pt modelId="{54B63D80-7CE5-4D6A-A68E-3D6A6ED5D122}" type="sibTrans" cxnId="{5121A9A9-3304-4259-933D-F8ACBEA4EFB9}">
      <dgm:prSet/>
      <dgm:spPr/>
      <dgm:t>
        <a:bodyPr/>
        <a:lstStyle/>
        <a:p>
          <a:endParaRPr lang="en-US"/>
        </a:p>
      </dgm:t>
    </dgm:pt>
    <dgm:pt modelId="{03B5A94F-4DC9-4C6A-9A08-85E18C3F2B7C}">
      <dgm:prSet custT="1"/>
      <dgm:spPr/>
      <dgm:t>
        <a:bodyPr/>
        <a:lstStyle/>
        <a:p>
          <a:pPr>
            <a:lnSpc>
              <a:spcPct val="150000"/>
            </a:lnSpc>
            <a:buNone/>
          </a:pPr>
          <a:r>
            <a:rPr lang="vi-VN" sz="2200" smtClean="0">
              <a:latin typeface="Arial "/>
            </a:rPr>
            <a:t>Có trích dẫn nguồn</a:t>
          </a:r>
          <a:endParaRPr lang="en-US" sz="2200">
            <a:latin typeface="Arial "/>
          </a:endParaRPr>
        </a:p>
      </dgm:t>
    </dgm:pt>
    <dgm:pt modelId="{9149AFE0-D967-4EEB-87BA-9D27D595D135}" type="parTrans" cxnId="{F07C2DDF-940F-4989-AC6E-62E879DB600E}">
      <dgm:prSet/>
      <dgm:spPr/>
      <dgm:t>
        <a:bodyPr/>
        <a:lstStyle/>
        <a:p>
          <a:endParaRPr lang="en-US"/>
        </a:p>
      </dgm:t>
    </dgm:pt>
    <dgm:pt modelId="{39FA960B-F130-43B1-9FF4-DEB3A66A71F0}" type="sibTrans" cxnId="{F07C2DDF-940F-4989-AC6E-62E879DB600E}">
      <dgm:prSet/>
      <dgm:spPr/>
      <dgm:t>
        <a:bodyPr/>
        <a:lstStyle/>
        <a:p>
          <a:endParaRPr lang="en-US"/>
        </a:p>
      </dgm:t>
    </dgm:pt>
    <dgm:pt modelId="{A9300806-85A2-4B3C-A3BC-B1A977046693}">
      <dgm:prSet custT="1"/>
      <dgm:spPr/>
      <dgm:t>
        <a:bodyPr/>
        <a:lstStyle/>
        <a:p>
          <a:pPr>
            <a:lnSpc>
              <a:spcPct val="150000"/>
            </a:lnSpc>
            <a:buNone/>
          </a:pPr>
          <a:r>
            <a:rPr lang="vi-VN" sz="2200" smtClean="0">
              <a:latin typeface="Arial "/>
            </a:rPr>
            <a:t>Giảm Hallucination</a:t>
          </a:r>
          <a:endParaRPr lang="en-US" sz="2200">
            <a:latin typeface="Arial "/>
          </a:endParaRPr>
        </a:p>
      </dgm:t>
    </dgm:pt>
    <dgm:pt modelId="{8DEB6A1D-DC8D-4EBD-86D6-E1F893E52953}" type="parTrans" cxnId="{2F12A2FC-BCB6-4149-897D-8F3759EFE588}">
      <dgm:prSet/>
      <dgm:spPr/>
      <dgm:t>
        <a:bodyPr/>
        <a:lstStyle/>
        <a:p>
          <a:endParaRPr lang="en-US"/>
        </a:p>
      </dgm:t>
    </dgm:pt>
    <dgm:pt modelId="{7CE56F68-B078-4D10-8DCA-7B3CA227161E}" type="sibTrans" cxnId="{2F12A2FC-BCB6-4149-897D-8F3759EFE588}">
      <dgm:prSet/>
      <dgm:spPr/>
      <dgm:t>
        <a:bodyPr/>
        <a:lstStyle/>
        <a:p>
          <a:endParaRPr lang="en-US"/>
        </a:p>
      </dgm:t>
    </dgm:pt>
    <dgm:pt modelId="{99791EF4-9E51-444F-A33C-627FF2BAB534}">
      <dgm:prSet custT="1"/>
      <dgm:spPr/>
      <dgm:t>
        <a:bodyPr/>
        <a:lstStyle/>
        <a:p>
          <a:pPr>
            <a:lnSpc>
              <a:spcPct val="150000"/>
            </a:lnSpc>
            <a:buNone/>
          </a:pPr>
          <a:r>
            <a:rPr lang="vi-VN" sz="2200" smtClean="0">
              <a:latin typeface="Arial "/>
            </a:rPr>
            <a:t>Dựa trên tài liệu</a:t>
          </a:r>
          <a:endParaRPr lang="en-US" sz="2200">
            <a:latin typeface="Arial "/>
          </a:endParaRPr>
        </a:p>
      </dgm:t>
    </dgm:pt>
    <dgm:pt modelId="{208014E1-3119-4408-B6E3-4187EBC56942}" type="parTrans" cxnId="{F568BC78-5F8C-452E-9704-DDDB2207E094}">
      <dgm:prSet/>
      <dgm:spPr/>
      <dgm:t>
        <a:bodyPr/>
        <a:lstStyle/>
        <a:p>
          <a:endParaRPr lang="en-US"/>
        </a:p>
      </dgm:t>
    </dgm:pt>
    <dgm:pt modelId="{2D4FADF0-0900-4F83-9BA1-0F834360A20D}" type="sibTrans" cxnId="{F568BC78-5F8C-452E-9704-DDDB2207E094}">
      <dgm:prSet/>
      <dgm:spPr/>
      <dgm:t>
        <a:bodyPr/>
        <a:lstStyle/>
        <a:p>
          <a:endParaRPr lang="en-US"/>
        </a:p>
      </dgm:t>
    </dgm:pt>
    <dgm:pt modelId="{D9FD9C5D-66ED-4167-82BC-CEB4BEBF07E0}" type="pres">
      <dgm:prSet presAssocID="{B820F01C-B89C-4146-B3CE-47D543CF7F89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5E2CC20-F3CC-4BE9-846E-F8D3DEA3D197}" type="pres">
      <dgm:prSet presAssocID="{ADF8C160-C666-46E1-9519-EE1BA8420C00}" presName="parentLin" presStyleCnt="0"/>
      <dgm:spPr/>
    </dgm:pt>
    <dgm:pt modelId="{A2EE139B-42AA-4E95-856B-0CFA2DE5CC8E}" type="pres">
      <dgm:prSet presAssocID="{ADF8C160-C666-46E1-9519-EE1BA8420C00}" presName="parentLeftMargin" presStyleLbl="node1" presStyleIdx="0" presStyleCnt="1"/>
      <dgm:spPr/>
      <dgm:t>
        <a:bodyPr/>
        <a:lstStyle/>
        <a:p>
          <a:endParaRPr lang="en-US"/>
        </a:p>
      </dgm:t>
    </dgm:pt>
    <dgm:pt modelId="{BAA6E47A-EAE7-460E-B70E-2BBD832609B7}" type="pres">
      <dgm:prSet presAssocID="{ADF8C160-C666-46E1-9519-EE1BA8420C00}" presName="parentText" presStyleLbl="node1" presStyleIdx="0" presStyleCnt="1" custScaleX="714460" custScaleY="61654" custLinFactX="24161" custLinFactNeighborX="100000" custLinFactNeighborY="-1910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F25C1F6-67A8-40B5-918B-0F57E4FDA1AF}" type="pres">
      <dgm:prSet presAssocID="{ADF8C160-C666-46E1-9519-EE1BA8420C00}" presName="negativeSpace" presStyleCnt="0"/>
      <dgm:spPr/>
    </dgm:pt>
    <dgm:pt modelId="{333CA5EC-5E59-4853-9FAF-0949264CD166}" type="pres">
      <dgm:prSet presAssocID="{ADF8C160-C666-46E1-9519-EE1BA8420C00}" presName="childText" presStyleLbl="conFgAcc1" presStyleIdx="0" presStyleCnt="1" custLinFactNeighborX="0" custLinFactNeighborY="-4003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128607C-9925-4EBC-AA07-72CF5D628514}" type="presOf" srcId="{ADF8C160-C666-46E1-9519-EE1BA8420C00}" destId="{A2EE139B-42AA-4E95-856B-0CFA2DE5CC8E}" srcOrd="0" destOrd="0" presId="urn:microsoft.com/office/officeart/2005/8/layout/list1"/>
    <dgm:cxn modelId="{5121A9A9-3304-4259-933D-F8ACBEA4EFB9}" srcId="{ADF8C160-C666-46E1-9519-EE1BA8420C00}" destId="{7A86EFC7-A2BF-477B-8EAB-D9BCE0ED29EB}" srcOrd="0" destOrd="0" parTransId="{05EA01B0-0933-4D8B-99A8-1FAAF833E766}" sibTransId="{54B63D80-7CE5-4D6A-A68E-3D6A6ED5D122}"/>
    <dgm:cxn modelId="{F568BC78-5F8C-452E-9704-DDDB2207E094}" srcId="{ADF8C160-C666-46E1-9519-EE1BA8420C00}" destId="{99791EF4-9E51-444F-A33C-627FF2BAB534}" srcOrd="1" destOrd="0" parTransId="{208014E1-3119-4408-B6E3-4187EBC56942}" sibTransId="{2D4FADF0-0900-4F83-9BA1-0F834360A20D}"/>
    <dgm:cxn modelId="{EBE88596-B02D-4B78-9071-5AE706975EC0}" type="presOf" srcId="{03B5A94F-4DC9-4C6A-9A08-85E18C3F2B7C}" destId="{333CA5EC-5E59-4853-9FAF-0949264CD166}" srcOrd="0" destOrd="2" presId="urn:microsoft.com/office/officeart/2005/8/layout/list1"/>
    <dgm:cxn modelId="{2F12A2FC-BCB6-4149-897D-8F3759EFE588}" srcId="{ADF8C160-C666-46E1-9519-EE1BA8420C00}" destId="{A9300806-85A2-4B3C-A3BC-B1A977046693}" srcOrd="3" destOrd="0" parTransId="{8DEB6A1D-DC8D-4EBD-86D6-E1F893E52953}" sibTransId="{7CE56F68-B078-4D10-8DCA-7B3CA227161E}"/>
    <dgm:cxn modelId="{204C1FF5-9C43-437C-9B3C-52962202F368}" type="presOf" srcId="{ADF8C160-C666-46E1-9519-EE1BA8420C00}" destId="{BAA6E47A-EAE7-460E-B70E-2BBD832609B7}" srcOrd="1" destOrd="0" presId="urn:microsoft.com/office/officeart/2005/8/layout/list1"/>
    <dgm:cxn modelId="{D7AF9F9A-6324-4CE6-AE1E-B78A9C194A9D}" type="presOf" srcId="{A9300806-85A2-4B3C-A3BC-B1A977046693}" destId="{333CA5EC-5E59-4853-9FAF-0949264CD166}" srcOrd="0" destOrd="3" presId="urn:microsoft.com/office/officeart/2005/8/layout/list1"/>
    <dgm:cxn modelId="{0002C1E2-3AD4-4831-93BF-DE200AE698B6}" type="presOf" srcId="{7A86EFC7-A2BF-477B-8EAB-D9BCE0ED29EB}" destId="{333CA5EC-5E59-4853-9FAF-0949264CD166}" srcOrd="0" destOrd="0" presId="urn:microsoft.com/office/officeart/2005/8/layout/list1"/>
    <dgm:cxn modelId="{D6240E9F-556A-443D-A13A-34F494ACE700}" srcId="{B820F01C-B89C-4146-B3CE-47D543CF7F89}" destId="{ADF8C160-C666-46E1-9519-EE1BA8420C00}" srcOrd="0" destOrd="0" parTransId="{D03B1926-5593-4A24-9BC7-A511876E6CF9}" sibTransId="{58939B33-A188-4D62-A41C-1FEB09084085}"/>
    <dgm:cxn modelId="{07B6A9A9-2826-4EAF-9388-D2AF0F6A159A}" type="presOf" srcId="{99791EF4-9E51-444F-A33C-627FF2BAB534}" destId="{333CA5EC-5E59-4853-9FAF-0949264CD166}" srcOrd="0" destOrd="1" presId="urn:microsoft.com/office/officeart/2005/8/layout/list1"/>
    <dgm:cxn modelId="{400ACDEA-112C-4A61-A58C-AB6103F1E8BF}" type="presOf" srcId="{B820F01C-B89C-4146-B3CE-47D543CF7F89}" destId="{D9FD9C5D-66ED-4167-82BC-CEB4BEBF07E0}" srcOrd="0" destOrd="0" presId="urn:microsoft.com/office/officeart/2005/8/layout/list1"/>
    <dgm:cxn modelId="{F07C2DDF-940F-4989-AC6E-62E879DB600E}" srcId="{ADF8C160-C666-46E1-9519-EE1BA8420C00}" destId="{03B5A94F-4DC9-4C6A-9A08-85E18C3F2B7C}" srcOrd="2" destOrd="0" parTransId="{9149AFE0-D967-4EEB-87BA-9D27D595D135}" sibTransId="{39FA960B-F130-43B1-9FF4-DEB3A66A71F0}"/>
    <dgm:cxn modelId="{E112A4AC-0680-4E5B-ABA6-E723F5BEF3E2}" type="presParOf" srcId="{D9FD9C5D-66ED-4167-82BC-CEB4BEBF07E0}" destId="{95E2CC20-F3CC-4BE9-846E-F8D3DEA3D197}" srcOrd="0" destOrd="0" presId="urn:microsoft.com/office/officeart/2005/8/layout/list1"/>
    <dgm:cxn modelId="{59591CD5-C5B0-43B2-A058-6C3B1F28FB66}" type="presParOf" srcId="{95E2CC20-F3CC-4BE9-846E-F8D3DEA3D197}" destId="{A2EE139B-42AA-4E95-856B-0CFA2DE5CC8E}" srcOrd="0" destOrd="0" presId="urn:microsoft.com/office/officeart/2005/8/layout/list1"/>
    <dgm:cxn modelId="{96FEAA97-A35D-4345-BBB8-D6A836C40733}" type="presParOf" srcId="{95E2CC20-F3CC-4BE9-846E-F8D3DEA3D197}" destId="{BAA6E47A-EAE7-460E-B70E-2BBD832609B7}" srcOrd="1" destOrd="0" presId="urn:microsoft.com/office/officeart/2005/8/layout/list1"/>
    <dgm:cxn modelId="{64F9C377-18FA-4DB9-A1E3-5C8CAF1D56BB}" type="presParOf" srcId="{D9FD9C5D-66ED-4167-82BC-CEB4BEBF07E0}" destId="{AF25C1F6-67A8-40B5-918B-0F57E4FDA1AF}" srcOrd="1" destOrd="0" presId="urn:microsoft.com/office/officeart/2005/8/layout/list1"/>
    <dgm:cxn modelId="{68AD3629-623A-41DC-BC30-9BBD96DDD01D}" type="presParOf" srcId="{D9FD9C5D-66ED-4167-82BC-CEB4BEBF07E0}" destId="{333CA5EC-5E59-4853-9FAF-0949264CD166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820F01C-B89C-4146-B3CE-47D543CF7F89}" type="doc">
      <dgm:prSet loTypeId="urn:microsoft.com/office/officeart/2005/8/layout/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7A86EFC7-A2BF-477B-8EAB-D9BCE0ED29EB}">
      <dgm:prSet custT="1"/>
      <dgm:spPr/>
      <dgm:t>
        <a:bodyPr/>
        <a:lstStyle/>
        <a:p>
          <a:pPr>
            <a:lnSpc>
              <a:spcPct val="150000"/>
            </a:lnSpc>
            <a:buNone/>
          </a:pPr>
          <a:r>
            <a:rPr lang="en-US" sz="1500" smtClean="0">
              <a:latin typeface="Arial "/>
            </a:rPr>
            <a:t>Frontend: ReactJS + Vite</a:t>
          </a:r>
          <a:endParaRPr lang="en-US" sz="1500">
            <a:latin typeface="Arial "/>
          </a:endParaRPr>
        </a:p>
      </dgm:t>
    </dgm:pt>
    <dgm:pt modelId="{54B63D80-7CE5-4D6A-A68E-3D6A6ED5D122}" type="sibTrans" cxnId="{5121A9A9-3304-4259-933D-F8ACBEA4EFB9}">
      <dgm:prSet/>
      <dgm:spPr/>
      <dgm:t>
        <a:bodyPr/>
        <a:lstStyle/>
        <a:p>
          <a:endParaRPr lang="en-US"/>
        </a:p>
      </dgm:t>
    </dgm:pt>
    <dgm:pt modelId="{05EA01B0-0933-4D8B-99A8-1FAAF833E766}" type="parTrans" cxnId="{5121A9A9-3304-4259-933D-F8ACBEA4EFB9}">
      <dgm:prSet/>
      <dgm:spPr/>
      <dgm:t>
        <a:bodyPr/>
        <a:lstStyle/>
        <a:p>
          <a:endParaRPr lang="en-US"/>
        </a:p>
      </dgm:t>
    </dgm:pt>
    <dgm:pt modelId="{ADF8C160-C666-46E1-9519-EE1BA8420C00}">
      <dgm:prSet custT="1"/>
      <dgm:spPr/>
      <dgm:t>
        <a:bodyPr/>
        <a:lstStyle/>
        <a:p>
          <a:r>
            <a:rPr lang="en-US" sz="2200" smtClean="0">
              <a:latin typeface="Arial "/>
            </a:rPr>
            <a:t>Kiến trúc triển khai</a:t>
          </a:r>
          <a:endParaRPr lang="en-US" sz="2200">
            <a:latin typeface="Arial "/>
          </a:endParaRPr>
        </a:p>
      </dgm:t>
    </dgm:pt>
    <dgm:pt modelId="{58939B33-A188-4D62-A41C-1FEB09084085}" type="sibTrans" cxnId="{D6240E9F-556A-443D-A13A-34F494ACE700}">
      <dgm:prSet/>
      <dgm:spPr/>
      <dgm:t>
        <a:bodyPr/>
        <a:lstStyle/>
        <a:p>
          <a:endParaRPr lang="en-US"/>
        </a:p>
      </dgm:t>
    </dgm:pt>
    <dgm:pt modelId="{D03B1926-5593-4A24-9BC7-A511876E6CF9}" type="parTrans" cxnId="{D6240E9F-556A-443D-A13A-34F494ACE700}">
      <dgm:prSet/>
      <dgm:spPr/>
      <dgm:t>
        <a:bodyPr/>
        <a:lstStyle/>
        <a:p>
          <a:endParaRPr lang="en-US"/>
        </a:p>
      </dgm:t>
    </dgm:pt>
    <dgm:pt modelId="{819B46DB-6C2A-4F0D-9592-9313B1A88DC8}">
      <dgm:prSet custT="1"/>
      <dgm:spPr/>
      <dgm:t>
        <a:bodyPr/>
        <a:lstStyle/>
        <a:p>
          <a:pPr>
            <a:lnSpc>
              <a:spcPct val="150000"/>
            </a:lnSpc>
          </a:pPr>
          <a:r>
            <a:rPr lang="en-US" sz="1500">
              <a:latin typeface="Arial "/>
            </a:rPr>
            <a:t>Backend: FastAPI</a:t>
          </a:r>
        </a:p>
      </dgm:t>
    </dgm:pt>
    <dgm:pt modelId="{8455D939-67FE-4D26-BA70-FF8410048061}" type="parTrans" cxnId="{71DCA74D-8DDB-44CE-A12E-F9986389A08C}">
      <dgm:prSet/>
      <dgm:spPr/>
      <dgm:t>
        <a:bodyPr/>
        <a:lstStyle/>
        <a:p>
          <a:endParaRPr lang="en-US"/>
        </a:p>
      </dgm:t>
    </dgm:pt>
    <dgm:pt modelId="{256B7880-A1A7-4347-AF74-6FA8761C5ACE}" type="sibTrans" cxnId="{71DCA74D-8DDB-44CE-A12E-F9986389A08C}">
      <dgm:prSet/>
      <dgm:spPr/>
      <dgm:t>
        <a:bodyPr/>
        <a:lstStyle/>
        <a:p>
          <a:endParaRPr lang="en-US"/>
        </a:p>
      </dgm:t>
    </dgm:pt>
    <dgm:pt modelId="{591ECC5B-5CD0-4F7C-942D-51C9DAD7E3BF}">
      <dgm:prSet custT="1"/>
      <dgm:spPr/>
      <dgm:t>
        <a:bodyPr/>
        <a:lstStyle/>
        <a:p>
          <a:pPr>
            <a:lnSpc>
              <a:spcPct val="150000"/>
            </a:lnSpc>
          </a:pPr>
          <a:r>
            <a:rPr lang="en-US" sz="1500">
              <a:latin typeface="Arial "/>
            </a:rPr>
            <a:t>Application Database: </a:t>
          </a:r>
          <a:r>
            <a:rPr lang="en-US" sz="1500" smtClean="0">
              <a:latin typeface="Arial "/>
            </a:rPr>
            <a:t>PostgreSQL</a:t>
          </a:r>
          <a:endParaRPr lang="en-US" sz="1500">
            <a:latin typeface="Arial "/>
          </a:endParaRPr>
        </a:p>
      </dgm:t>
    </dgm:pt>
    <dgm:pt modelId="{A26BC2E1-EE2B-4362-92C4-44A06F2D85EF}" type="parTrans" cxnId="{5C8F7FF1-95D9-40A8-A007-D5C0163C4463}">
      <dgm:prSet/>
      <dgm:spPr/>
      <dgm:t>
        <a:bodyPr/>
        <a:lstStyle/>
        <a:p>
          <a:endParaRPr lang="en-US"/>
        </a:p>
      </dgm:t>
    </dgm:pt>
    <dgm:pt modelId="{8EADAB8C-EBAB-427F-95BE-43B96F100962}" type="sibTrans" cxnId="{5C8F7FF1-95D9-40A8-A007-D5C0163C4463}">
      <dgm:prSet/>
      <dgm:spPr/>
      <dgm:t>
        <a:bodyPr/>
        <a:lstStyle/>
        <a:p>
          <a:endParaRPr lang="en-US"/>
        </a:p>
      </dgm:t>
    </dgm:pt>
    <dgm:pt modelId="{2968FFA5-5128-418F-94F6-C2C05D54E353}">
      <dgm:prSet custT="1"/>
      <dgm:spPr/>
      <dgm:t>
        <a:bodyPr/>
        <a:lstStyle/>
        <a:p>
          <a:pPr>
            <a:lnSpc>
              <a:spcPct val="150000"/>
            </a:lnSpc>
          </a:pPr>
          <a:r>
            <a:rPr lang="en-US" sz="1500">
              <a:latin typeface="Arial "/>
            </a:rPr>
            <a:t>Vector Database: Qdrant</a:t>
          </a:r>
        </a:p>
      </dgm:t>
    </dgm:pt>
    <dgm:pt modelId="{DB4AC3E4-C514-460E-821D-716D5CEF831F}" type="parTrans" cxnId="{9F5A8FD7-C92F-48B4-B127-796CFD609644}">
      <dgm:prSet/>
      <dgm:spPr/>
      <dgm:t>
        <a:bodyPr/>
        <a:lstStyle/>
        <a:p>
          <a:endParaRPr lang="en-US"/>
        </a:p>
      </dgm:t>
    </dgm:pt>
    <dgm:pt modelId="{85BE8A1A-9AC9-4550-877D-0C8CA3D6F6C4}" type="sibTrans" cxnId="{9F5A8FD7-C92F-48B4-B127-796CFD609644}">
      <dgm:prSet/>
      <dgm:spPr/>
      <dgm:t>
        <a:bodyPr/>
        <a:lstStyle/>
        <a:p>
          <a:endParaRPr lang="en-US"/>
        </a:p>
      </dgm:t>
    </dgm:pt>
    <dgm:pt modelId="{EA4D4725-576A-4638-8421-A99DD6F08115}">
      <dgm:prSet custT="1"/>
      <dgm:spPr/>
      <dgm:t>
        <a:bodyPr/>
        <a:lstStyle/>
        <a:p>
          <a:pPr>
            <a:lnSpc>
              <a:spcPct val="150000"/>
            </a:lnSpc>
          </a:pPr>
          <a:r>
            <a:rPr lang="en-US" sz="1500">
              <a:latin typeface="Arial "/>
            </a:rPr>
            <a:t>LLM: Gemini API</a:t>
          </a:r>
        </a:p>
      </dgm:t>
    </dgm:pt>
    <dgm:pt modelId="{FEF0D118-80B3-40E3-8D97-97DB5B6CDA54}" type="parTrans" cxnId="{1E743142-7233-4E4D-95AD-F29C72363BCD}">
      <dgm:prSet/>
      <dgm:spPr/>
      <dgm:t>
        <a:bodyPr/>
        <a:lstStyle/>
        <a:p>
          <a:endParaRPr lang="en-US"/>
        </a:p>
      </dgm:t>
    </dgm:pt>
    <dgm:pt modelId="{602E6C38-3019-425E-A5F6-F9AD9E72BB25}" type="sibTrans" cxnId="{1E743142-7233-4E4D-95AD-F29C72363BCD}">
      <dgm:prSet/>
      <dgm:spPr/>
      <dgm:t>
        <a:bodyPr/>
        <a:lstStyle/>
        <a:p>
          <a:endParaRPr lang="en-US"/>
        </a:p>
      </dgm:t>
    </dgm:pt>
    <dgm:pt modelId="{5F685AFE-85B6-4412-8897-F65A01DE62B6}">
      <dgm:prSet custT="1"/>
      <dgm:spPr/>
      <dgm:t>
        <a:bodyPr/>
        <a:lstStyle/>
        <a:p>
          <a:pPr>
            <a:lnSpc>
              <a:spcPct val="150000"/>
            </a:lnSpc>
          </a:pPr>
          <a:r>
            <a:rPr lang="en-US" sz="1500" smtClean="0">
              <a:latin typeface="Arial "/>
            </a:rPr>
            <a:t>Container: Docker</a:t>
          </a:r>
          <a:endParaRPr lang="en-US" sz="1500">
            <a:latin typeface="Arial "/>
          </a:endParaRPr>
        </a:p>
      </dgm:t>
    </dgm:pt>
    <dgm:pt modelId="{BBA7805E-A46D-429D-A833-C17BD4604FB1}" type="parTrans" cxnId="{63A65D2D-04CC-414B-ADC9-4AC07741F168}">
      <dgm:prSet/>
      <dgm:spPr/>
      <dgm:t>
        <a:bodyPr/>
        <a:lstStyle/>
        <a:p>
          <a:endParaRPr lang="en-US"/>
        </a:p>
      </dgm:t>
    </dgm:pt>
    <dgm:pt modelId="{E68F9E1C-882C-4844-A74D-570676DF9045}" type="sibTrans" cxnId="{63A65D2D-04CC-414B-ADC9-4AC07741F168}">
      <dgm:prSet/>
      <dgm:spPr/>
      <dgm:t>
        <a:bodyPr/>
        <a:lstStyle/>
        <a:p>
          <a:endParaRPr lang="en-US"/>
        </a:p>
      </dgm:t>
    </dgm:pt>
    <dgm:pt modelId="{D9FD9C5D-66ED-4167-82BC-CEB4BEBF07E0}" type="pres">
      <dgm:prSet presAssocID="{B820F01C-B89C-4146-B3CE-47D543CF7F89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5E2CC20-F3CC-4BE9-846E-F8D3DEA3D197}" type="pres">
      <dgm:prSet presAssocID="{ADF8C160-C666-46E1-9519-EE1BA8420C00}" presName="parentLin" presStyleCnt="0"/>
      <dgm:spPr/>
    </dgm:pt>
    <dgm:pt modelId="{A2EE139B-42AA-4E95-856B-0CFA2DE5CC8E}" type="pres">
      <dgm:prSet presAssocID="{ADF8C160-C666-46E1-9519-EE1BA8420C00}" presName="parentLeftMargin" presStyleLbl="node1" presStyleIdx="0" presStyleCnt="1"/>
      <dgm:spPr/>
      <dgm:t>
        <a:bodyPr/>
        <a:lstStyle/>
        <a:p>
          <a:endParaRPr lang="en-US"/>
        </a:p>
      </dgm:t>
    </dgm:pt>
    <dgm:pt modelId="{BAA6E47A-EAE7-460E-B70E-2BBD832609B7}" type="pres">
      <dgm:prSet presAssocID="{ADF8C160-C666-46E1-9519-EE1BA8420C00}" presName="parentText" presStyleLbl="node1" presStyleIdx="0" presStyleCnt="1" custScaleX="714460" custScaleY="59420" custLinFactNeighborX="11144" custLinFactNeighborY="1528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F25C1F6-67A8-40B5-918B-0F57E4FDA1AF}" type="pres">
      <dgm:prSet presAssocID="{ADF8C160-C666-46E1-9519-EE1BA8420C00}" presName="negativeSpace" presStyleCnt="0"/>
      <dgm:spPr/>
    </dgm:pt>
    <dgm:pt modelId="{333CA5EC-5E59-4853-9FAF-0949264CD166}" type="pres">
      <dgm:prSet presAssocID="{ADF8C160-C666-46E1-9519-EE1BA8420C00}" presName="childText" presStyleLbl="conFgAcc1" presStyleIdx="0" presStyleCnt="1" custLinFactNeighborY="3095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FC3B222C-7F61-4755-BFA1-8A160FFD1EDE}" type="presOf" srcId="{591ECC5B-5CD0-4F7C-942D-51C9DAD7E3BF}" destId="{333CA5EC-5E59-4853-9FAF-0949264CD166}" srcOrd="0" destOrd="2" presId="urn:microsoft.com/office/officeart/2005/8/layout/list1"/>
    <dgm:cxn modelId="{5121A9A9-3304-4259-933D-F8ACBEA4EFB9}" srcId="{ADF8C160-C666-46E1-9519-EE1BA8420C00}" destId="{7A86EFC7-A2BF-477B-8EAB-D9BCE0ED29EB}" srcOrd="0" destOrd="0" parTransId="{05EA01B0-0933-4D8B-99A8-1FAAF833E766}" sibTransId="{54B63D80-7CE5-4D6A-A68E-3D6A6ED5D122}"/>
    <dgm:cxn modelId="{A9061701-C29C-401C-B9C4-14EC0D41477E}" type="presOf" srcId="{7A86EFC7-A2BF-477B-8EAB-D9BCE0ED29EB}" destId="{333CA5EC-5E59-4853-9FAF-0949264CD166}" srcOrd="0" destOrd="0" presId="urn:microsoft.com/office/officeart/2005/8/layout/list1"/>
    <dgm:cxn modelId="{9F5A8FD7-C92F-48B4-B127-796CFD609644}" srcId="{ADF8C160-C666-46E1-9519-EE1BA8420C00}" destId="{2968FFA5-5128-418F-94F6-C2C05D54E353}" srcOrd="3" destOrd="0" parTransId="{DB4AC3E4-C514-460E-821D-716D5CEF831F}" sibTransId="{85BE8A1A-9AC9-4550-877D-0C8CA3D6F6C4}"/>
    <dgm:cxn modelId="{8ABA1A1F-4F2C-40D7-A2A1-889D1DEF444E}" type="presOf" srcId="{ADF8C160-C666-46E1-9519-EE1BA8420C00}" destId="{BAA6E47A-EAE7-460E-B70E-2BBD832609B7}" srcOrd="1" destOrd="0" presId="urn:microsoft.com/office/officeart/2005/8/layout/list1"/>
    <dgm:cxn modelId="{6F76C687-7293-4C4E-9FAF-F0E690BAAB93}" type="presOf" srcId="{B820F01C-B89C-4146-B3CE-47D543CF7F89}" destId="{D9FD9C5D-66ED-4167-82BC-CEB4BEBF07E0}" srcOrd="0" destOrd="0" presId="urn:microsoft.com/office/officeart/2005/8/layout/list1"/>
    <dgm:cxn modelId="{CE3BA273-20A2-413E-98FF-BEEC3AD4EDAE}" type="presOf" srcId="{EA4D4725-576A-4638-8421-A99DD6F08115}" destId="{333CA5EC-5E59-4853-9FAF-0949264CD166}" srcOrd="0" destOrd="4" presId="urn:microsoft.com/office/officeart/2005/8/layout/list1"/>
    <dgm:cxn modelId="{71DCA74D-8DDB-44CE-A12E-F9986389A08C}" srcId="{ADF8C160-C666-46E1-9519-EE1BA8420C00}" destId="{819B46DB-6C2A-4F0D-9592-9313B1A88DC8}" srcOrd="1" destOrd="0" parTransId="{8455D939-67FE-4D26-BA70-FF8410048061}" sibTransId="{256B7880-A1A7-4347-AF74-6FA8761C5ACE}"/>
    <dgm:cxn modelId="{1E743142-7233-4E4D-95AD-F29C72363BCD}" srcId="{ADF8C160-C666-46E1-9519-EE1BA8420C00}" destId="{EA4D4725-576A-4638-8421-A99DD6F08115}" srcOrd="4" destOrd="0" parTransId="{FEF0D118-80B3-40E3-8D97-97DB5B6CDA54}" sibTransId="{602E6C38-3019-425E-A5F6-F9AD9E72BB25}"/>
    <dgm:cxn modelId="{C416E518-0112-476E-AF66-A3DAA029B557}" type="presOf" srcId="{ADF8C160-C666-46E1-9519-EE1BA8420C00}" destId="{A2EE139B-42AA-4E95-856B-0CFA2DE5CC8E}" srcOrd="0" destOrd="0" presId="urn:microsoft.com/office/officeart/2005/8/layout/list1"/>
    <dgm:cxn modelId="{D6240E9F-556A-443D-A13A-34F494ACE700}" srcId="{B820F01C-B89C-4146-B3CE-47D543CF7F89}" destId="{ADF8C160-C666-46E1-9519-EE1BA8420C00}" srcOrd="0" destOrd="0" parTransId="{D03B1926-5593-4A24-9BC7-A511876E6CF9}" sibTransId="{58939B33-A188-4D62-A41C-1FEB09084085}"/>
    <dgm:cxn modelId="{3C6CBF70-2A3F-4478-8D3B-DD0A990A6AEA}" type="presOf" srcId="{2968FFA5-5128-418F-94F6-C2C05D54E353}" destId="{333CA5EC-5E59-4853-9FAF-0949264CD166}" srcOrd="0" destOrd="3" presId="urn:microsoft.com/office/officeart/2005/8/layout/list1"/>
    <dgm:cxn modelId="{E064FB1F-C4DB-4FD3-9F5B-584A4E235A3D}" type="presOf" srcId="{819B46DB-6C2A-4F0D-9592-9313B1A88DC8}" destId="{333CA5EC-5E59-4853-9FAF-0949264CD166}" srcOrd="0" destOrd="1" presId="urn:microsoft.com/office/officeart/2005/8/layout/list1"/>
    <dgm:cxn modelId="{63A65D2D-04CC-414B-ADC9-4AC07741F168}" srcId="{ADF8C160-C666-46E1-9519-EE1BA8420C00}" destId="{5F685AFE-85B6-4412-8897-F65A01DE62B6}" srcOrd="5" destOrd="0" parTransId="{BBA7805E-A46D-429D-A833-C17BD4604FB1}" sibTransId="{E68F9E1C-882C-4844-A74D-570676DF9045}"/>
    <dgm:cxn modelId="{5C8F7FF1-95D9-40A8-A007-D5C0163C4463}" srcId="{ADF8C160-C666-46E1-9519-EE1BA8420C00}" destId="{591ECC5B-5CD0-4F7C-942D-51C9DAD7E3BF}" srcOrd="2" destOrd="0" parTransId="{A26BC2E1-EE2B-4362-92C4-44A06F2D85EF}" sibTransId="{8EADAB8C-EBAB-427F-95BE-43B96F100962}"/>
    <dgm:cxn modelId="{DD037F48-BE3E-403B-BE9C-3E790875ECFD}" type="presOf" srcId="{5F685AFE-85B6-4412-8897-F65A01DE62B6}" destId="{333CA5EC-5E59-4853-9FAF-0949264CD166}" srcOrd="0" destOrd="5" presId="urn:microsoft.com/office/officeart/2005/8/layout/list1"/>
    <dgm:cxn modelId="{80F34348-5632-44CA-8DFB-45F3AD1C3C62}" type="presParOf" srcId="{D9FD9C5D-66ED-4167-82BC-CEB4BEBF07E0}" destId="{95E2CC20-F3CC-4BE9-846E-F8D3DEA3D197}" srcOrd="0" destOrd="0" presId="urn:microsoft.com/office/officeart/2005/8/layout/list1"/>
    <dgm:cxn modelId="{B6D63AD6-B4BC-4B20-A6C7-CA9886DF94C1}" type="presParOf" srcId="{95E2CC20-F3CC-4BE9-846E-F8D3DEA3D197}" destId="{A2EE139B-42AA-4E95-856B-0CFA2DE5CC8E}" srcOrd="0" destOrd="0" presId="urn:microsoft.com/office/officeart/2005/8/layout/list1"/>
    <dgm:cxn modelId="{7C5BB462-70E9-4A3D-B28D-E4898DCDB4DA}" type="presParOf" srcId="{95E2CC20-F3CC-4BE9-846E-F8D3DEA3D197}" destId="{BAA6E47A-EAE7-460E-B70E-2BBD832609B7}" srcOrd="1" destOrd="0" presId="urn:microsoft.com/office/officeart/2005/8/layout/list1"/>
    <dgm:cxn modelId="{AF9EF71C-EF2E-45C0-8D7B-469B8C294CA4}" type="presParOf" srcId="{D9FD9C5D-66ED-4167-82BC-CEB4BEBF07E0}" destId="{AF25C1F6-67A8-40B5-918B-0F57E4FDA1AF}" srcOrd="1" destOrd="0" presId="urn:microsoft.com/office/officeart/2005/8/layout/list1"/>
    <dgm:cxn modelId="{CD3947B7-BB12-4F00-8788-C4DF9542D928}" type="presParOf" srcId="{D9FD9C5D-66ED-4167-82BC-CEB4BEBF07E0}" destId="{333CA5EC-5E59-4853-9FAF-0949264CD166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CAA7FF-E2EF-4A5C-8A6C-39967C3D42F6}">
      <dsp:nvSpPr>
        <dsp:cNvPr id="0" name=""/>
        <dsp:cNvSpPr/>
      </dsp:nvSpPr>
      <dsp:spPr>
        <a:xfrm rot="5400000">
          <a:off x="5786717" y="-3178572"/>
          <a:ext cx="662664" cy="7068793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Char char="••"/>
          </a:pPr>
          <a:r>
            <a:rPr lang="vi-VN" sz="29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kern="1200" smtClean="0">
              <a:latin typeface="Arial" panose="020B0604020202020204" pitchFamily="34" charset="0"/>
              <a:cs typeface="Arial" panose="020B0604020202020204" pitchFamily="34" charset="0"/>
            </a:rPr>
            <a:t>Tổng quan nghiên cứu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2583653" y="56841"/>
        <a:ext cx="7036444" cy="597966"/>
      </dsp:txXfrm>
    </dsp:sp>
    <dsp:sp modelId="{878CFC51-EF2C-4ABC-AC3F-C0001287C09A}">
      <dsp:nvSpPr>
        <dsp:cNvPr id="0" name=""/>
        <dsp:cNvSpPr/>
      </dsp:nvSpPr>
      <dsp:spPr>
        <a:xfrm>
          <a:off x="1392543" y="653"/>
          <a:ext cx="1191109" cy="71034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vi-VN" sz="2600" kern="1200"/>
            <a:t>1</a:t>
          </a:r>
          <a:r>
            <a:rPr lang="vi-VN" sz="3900" kern="1200"/>
            <a:t>.</a:t>
          </a:r>
          <a:endParaRPr lang="en-US" sz="3900" kern="1200"/>
        </a:p>
      </dsp:txBody>
      <dsp:txXfrm>
        <a:off x="1427219" y="35329"/>
        <a:ext cx="1121757" cy="640990"/>
      </dsp:txXfrm>
    </dsp:sp>
    <dsp:sp modelId="{554AA11A-6849-414D-9A9E-F324DA443212}">
      <dsp:nvSpPr>
        <dsp:cNvPr id="0" name=""/>
        <dsp:cNvSpPr/>
      </dsp:nvSpPr>
      <dsp:spPr>
        <a:xfrm rot="5400000">
          <a:off x="5786717" y="-2444386"/>
          <a:ext cx="662664" cy="7068793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9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kern="1200" smtClean="0">
              <a:latin typeface="Arial" panose="020B0604020202020204" pitchFamily="34" charset="0"/>
              <a:cs typeface="Arial" panose="020B0604020202020204" pitchFamily="34" charset="0"/>
            </a:rPr>
            <a:t>Cơ sở lý thuyết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2583653" y="791027"/>
        <a:ext cx="7036444" cy="597966"/>
      </dsp:txXfrm>
    </dsp:sp>
    <dsp:sp modelId="{B6D58A57-108C-432F-BCBE-ADAAC4812B42}">
      <dsp:nvSpPr>
        <dsp:cNvPr id="0" name=""/>
        <dsp:cNvSpPr/>
      </dsp:nvSpPr>
      <dsp:spPr>
        <a:xfrm>
          <a:off x="1392543" y="752412"/>
          <a:ext cx="1191109" cy="67519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vi-VN" sz="2600" kern="1200"/>
            <a:t>2.</a:t>
          </a:r>
          <a:endParaRPr lang="en-US" sz="2600" kern="1200"/>
        </a:p>
      </dsp:txBody>
      <dsp:txXfrm>
        <a:off x="1425503" y="785372"/>
        <a:ext cx="1125189" cy="609276"/>
      </dsp:txXfrm>
    </dsp:sp>
    <dsp:sp modelId="{D22D94FF-AAA8-40C9-B822-9FB873BB820F}">
      <dsp:nvSpPr>
        <dsp:cNvPr id="0" name=""/>
        <dsp:cNvSpPr/>
      </dsp:nvSpPr>
      <dsp:spPr>
        <a:xfrm rot="5400000">
          <a:off x="5786717" y="-1733769"/>
          <a:ext cx="662664" cy="7068793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6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600" kern="1200" smtClean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smtClean="0">
              <a:latin typeface="Arial" panose="020B0604020202020204" pitchFamily="34" charset="0"/>
              <a:cs typeface="Arial" panose="020B0604020202020204" pitchFamily="34" charset="0"/>
            </a:rPr>
            <a:t>Hiện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thực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hóa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hệ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thống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2583653" y="1501644"/>
        <a:ext cx="7036444" cy="597966"/>
      </dsp:txXfrm>
    </dsp:sp>
    <dsp:sp modelId="{4B3C770F-D2AE-43FE-9C67-6916341107AB}">
      <dsp:nvSpPr>
        <dsp:cNvPr id="0" name=""/>
        <dsp:cNvSpPr/>
      </dsp:nvSpPr>
      <dsp:spPr>
        <a:xfrm>
          <a:off x="1392543" y="1469025"/>
          <a:ext cx="1191109" cy="66320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vi-VN" sz="2600" kern="1200"/>
            <a:t>3.</a:t>
          </a:r>
          <a:endParaRPr lang="en-US" sz="2600" kern="1200"/>
        </a:p>
      </dsp:txBody>
      <dsp:txXfrm>
        <a:off x="1424918" y="1501400"/>
        <a:ext cx="1126359" cy="598452"/>
      </dsp:txXfrm>
    </dsp:sp>
    <dsp:sp modelId="{317F480A-8C33-40F9-9F77-C7CC13E17C89}">
      <dsp:nvSpPr>
        <dsp:cNvPr id="0" name=""/>
        <dsp:cNvSpPr/>
      </dsp:nvSpPr>
      <dsp:spPr>
        <a:xfrm rot="5400000">
          <a:off x="5785922" y="-995031"/>
          <a:ext cx="662664" cy="7068793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600" kern="1200" smtClean="0">
              <a:latin typeface="Arial" panose="020B0604020202020204" pitchFamily="34" charset="0"/>
              <a:cs typeface="Arial" panose="020B0604020202020204" pitchFamily="34" charset="0"/>
            </a:rPr>
            <a:t>  </a:t>
          </a:r>
          <a:r>
            <a:rPr lang="vi-VN" sz="2800" kern="1200" smtClean="0">
              <a:latin typeface="Arial" panose="020B0604020202020204" pitchFamily="34" charset="0"/>
              <a:cs typeface="Arial" panose="020B0604020202020204" pitchFamily="34" charset="0"/>
            </a:rPr>
            <a:t>Kết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quả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en-US" sz="2800" kern="1200" smtClean="0">
              <a:latin typeface="Arial" panose="020B0604020202020204" pitchFamily="34" charset="0"/>
              <a:cs typeface="Arial" panose="020B0604020202020204" pitchFamily="34" charset="0"/>
            </a:rPr>
            <a:t>nghiên cứu </a:t>
          </a:r>
          <a:r>
            <a:rPr lang="vi-VN" sz="2800" kern="1200" smtClean="0">
              <a:latin typeface="Arial" panose="020B0604020202020204" pitchFamily="34" charset="0"/>
              <a:cs typeface="Arial" panose="020B0604020202020204" pitchFamily="34" charset="0"/>
            </a:rPr>
            <a:t>và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đánh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giá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2582858" y="2240382"/>
        <a:ext cx="7036444" cy="597966"/>
      </dsp:txXfrm>
    </dsp:sp>
    <dsp:sp modelId="{D3C3D0CC-92EA-46A0-84EB-37F73817F3B9}">
      <dsp:nvSpPr>
        <dsp:cNvPr id="0" name=""/>
        <dsp:cNvSpPr/>
      </dsp:nvSpPr>
      <dsp:spPr>
        <a:xfrm>
          <a:off x="1392543" y="2173644"/>
          <a:ext cx="1190314" cy="73144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vi-VN" sz="2600" kern="1200"/>
            <a:t>4. </a:t>
          </a:r>
          <a:endParaRPr lang="en-US" sz="2600" kern="1200"/>
        </a:p>
      </dsp:txBody>
      <dsp:txXfrm>
        <a:off x="1428249" y="2209350"/>
        <a:ext cx="1118902" cy="660028"/>
      </dsp:txXfrm>
    </dsp:sp>
    <dsp:sp modelId="{DEC6C39A-A127-4485-81F4-BF2F323C2A77}">
      <dsp:nvSpPr>
        <dsp:cNvPr id="0" name=""/>
        <dsp:cNvSpPr/>
      </dsp:nvSpPr>
      <dsp:spPr>
        <a:xfrm rot="5400000">
          <a:off x="5697962" y="-191108"/>
          <a:ext cx="793573" cy="7068793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800" kern="1200" smtClean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smtClean="0">
              <a:latin typeface="Arial" panose="020B0604020202020204" pitchFamily="34" charset="0"/>
              <a:cs typeface="Arial" panose="020B0604020202020204" pitchFamily="34" charset="0"/>
            </a:rPr>
            <a:t>Kết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luận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và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hướng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phát</a:t>
          </a:r>
          <a:r>
            <a:rPr lang="vi-VN" sz="2800" kern="1200">
              <a:latin typeface="Arial" panose="020B0604020202020204" pitchFamily="34" charset="0"/>
              <a:cs typeface="Arial" panose="020B0604020202020204" pitchFamily="34" charset="0"/>
            </a:rPr>
            <a:t> </a:t>
          </a:r>
          <a:r>
            <a:rPr lang="vi-VN" sz="2800" kern="1200" err="1">
              <a:latin typeface="Arial" panose="020B0604020202020204" pitchFamily="34" charset="0"/>
              <a:cs typeface="Arial" panose="020B0604020202020204" pitchFamily="34" charset="0"/>
            </a:rPr>
            <a:t>triển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2560353" y="2985240"/>
        <a:ext cx="7030054" cy="716095"/>
      </dsp:txXfrm>
    </dsp:sp>
    <dsp:sp modelId="{94F87D9D-C374-480F-A9D5-6BAE9E1D24D7}">
      <dsp:nvSpPr>
        <dsp:cNvPr id="0" name=""/>
        <dsp:cNvSpPr/>
      </dsp:nvSpPr>
      <dsp:spPr>
        <a:xfrm>
          <a:off x="1407670" y="2956718"/>
          <a:ext cx="1167808" cy="78400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vi-VN" sz="2600" kern="1200"/>
            <a:t>5. </a:t>
          </a:r>
          <a:endParaRPr lang="en-US" sz="2600" kern="1200"/>
        </a:p>
      </dsp:txBody>
      <dsp:txXfrm>
        <a:off x="1445942" y="2994990"/>
        <a:ext cx="1091264" cy="7074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10A33C-85E6-41F4-98E8-82BF08AFBDFF}">
      <dsp:nvSpPr>
        <dsp:cNvPr id="0" name=""/>
        <dsp:cNvSpPr/>
      </dsp:nvSpPr>
      <dsp:spPr>
        <a:xfrm>
          <a:off x="0" y="339207"/>
          <a:ext cx="8886874" cy="1316699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9720" tIns="458216" rIns="689720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•"/>
          </a:pP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Nguồn học liệu lớn, chủ yếu bằng tiếng Anh</a:t>
          </a:r>
          <a:endParaRPr lang="en-US" sz="2400" b="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Mất nhiều thời gian biên soạn</a:t>
          </a:r>
        </a:p>
      </dsp:txBody>
      <dsp:txXfrm>
        <a:off x="0" y="339207"/>
        <a:ext cx="8886874" cy="1316699"/>
      </dsp:txXfrm>
    </dsp:sp>
    <dsp:sp modelId="{D4C39096-1203-4593-8975-D39D4983E187}">
      <dsp:nvSpPr>
        <dsp:cNvPr id="0" name=""/>
        <dsp:cNvSpPr/>
      </dsp:nvSpPr>
      <dsp:spPr>
        <a:xfrm>
          <a:off x="444343" y="14487"/>
          <a:ext cx="6220811" cy="64944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132" tIns="0" rIns="235132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smtClean="0"/>
            <a:t>Thực trạng hiện tại</a:t>
          </a:r>
          <a:endParaRPr lang="en-US" sz="2400" kern="1200">
            <a:solidFill>
              <a:srgbClr val="FFFF00"/>
            </a:solidFill>
          </a:endParaRPr>
        </a:p>
      </dsp:txBody>
      <dsp:txXfrm>
        <a:off x="476046" y="46190"/>
        <a:ext cx="6157405" cy="586034"/>
      </dsp:txXfrm>
    </dsp:sp>
    <dsp:sp modelId="{6B25478B-BC27-4651-B3DD-138A15D4A396}">
      <dsp:nvSpPr>
        <dsp:cNvPr id="0" name=""/>
        <dsp:cNvSpPr/>
      </dsp:nvSpPr>
      <dsp:spPr>
        <a:xfrm>
          <a:off x="0" y="2099427"/>
          <a:ext cx="8886874" cy="1316699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9720" tIns="458216" rIns="689720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Khó bám sát đề cương môn học</a:t>
          </a:r>
          <a:endParaRPr lang="vi-VN" sz="2400" b="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Khó xây dựng ngân hàng câu hỏi</a:t>
          </a:r>
          <a:endParaRPr lang="vi-VN" sz="2400" b="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2099427"/>
        <a:ext cx="8886874" cy="1316699"/>
      </dsp:txXfrm>
    </dsp:sp>
    <dsp:sp modelId="{26359B7A-529D-4539-BC5D-8086974DBA2D}">
      <dsp:nvSpPr>
        <dsp:cNvPr id="0" name=""/>
        <dsp:cNvSpPr/>
      </dsp:nvSpPr>
      <dsp:spPr>
        <a:xfrm>
          <a:off x="444343" y="1774707"/>
          <a:ext cx="6220811" cy="64944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132" tIns="0" rIns="235132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err="1"/>
            <a:t>Vấn</a:t>
          </a:r>
          <a:r>
            <a:rPr lang="en-US" sz="2400" b="1" kern="1200"/>
            <a:t> </a:t>
          </a:r>
          <a:r>
            <a:rPr lang="en-US" sz="2400" b="1" kern="1200" err="1"/>
            <a:t>đề</a:t>
          </a:r>
          <a:endParaRPr lang="en-US" sz="2400" kern="1200"/>
        </a:p>
      </dsp:txBody>
      <dsp:txXfrm>
        <a:off x="476046" y="1806410"/>
        <a:ext cx="6157405" cy="586034"/>
      </dsp:txXfrm>
    </dsp:sp>
    <dsp:sp modelId="{CC325DDC-40F2-460C-BA34-6EA696CACD51}">
      <dsp:nvSpPr>
        <dsp:cNvPr id="0" name=""/>
        <dsp:cNvSpPr/>
      </dsp:nvSpPr>
      <dsp:spPr>
        <a:xfrm>
          <a:off x="0" y="3864241"/>
          <a:ext cx="8886874" cy="1316699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9720" tIns="458216" rIns="689720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Không khai thác trực tiếp tài liệu</a:t>
          </a:r>
          <a:endParaRPr lang="en-US" sz="2400" b="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Thiếu căn cứ và trích dẫn nguồn</a:t>
          </a:r>
          <a:endParaRPr lang="en-US" sz="2400" b="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0" y="3864241"/>
        <a:ext cx="8886874" cy="1316699"/>
      </dsp:txXfrm>
    </dsp:sp>
    <dsp:sp modelId="{DDB6D463-0A69-4CF1-97E3-9D3AD67141AE}">
      <dsp:nvSpPr>
        <dsp:cNvPr id="0" name=""/>
        <dsp:cNvSpPr/>
      </dsp:nvSpPr>
      <dsp:spPr>
        <a:xfrm>
          <a:off x="444343" y="3534927"/>
          <a:ext cx="6220811" cy="64944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132" tIns="0" rIns="235132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b="1" kern="1200" err="1"/>
            <a:t>Hạn</a:t>
          </a:r>
          <a:r>
            <a:rPr lang="en-US" sz="2400" b="1" kern="1200"/>
            <a:t> </a:t>
          </a:r>
          <a:r>
            <a:rPr lang="en-US" sz="2400" b="1" kern="1200" err="1"/>
            <a:t>chế</a:t>
          </a:r>
          <a:r>
            <a:rPr lang="en-US" sz="2400" b="1" kern="1200"/>
            <a:t> </a:t>
          </a:r>
          <a:r>
            <a:rPr lang="en-US" sz="2400" b="1" kern="1200" smtClean="0"/>
            <a:t>của các công cụ AI hiện </a:t>
          </a:r>
          <a:r>
            <a:rPr lang="en-US" sz="2400" b="1" kern="1200"/>
            <a:t>nay</a:t>
          </a:r>
          <a:endParaRPr lang="en-US" sz="2400" kern="1200"/>
        </a:p>
      </dsp:txBody>
      <dsp:txXfrm>
        <a:off x="476046" y="3566630"/>
        <a:ext cx="6157405" cy="5860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E3C00B-B7D8-4594-B74E-0B875DE73E43}">
      <dsp:nvSpPr>
        <dsp:cNvPr id="0" name=""/>
        <dsp:cNvSpPr/>
      </dsp:nvSpPr>
      <dsp:spPr>
        <a:xfrm>
          <a:off x="41" y="103072"/>
          <a:ext cx="4005262" cy="6912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>
              <a:latin typeface="Arial" panose="020B0604020202020204" pitchFamily="34" charset="0"/>
              <a:cs typeface="Arial" panose="020B0604020202020204" pitchFamily="34" charset="0"/>
            </a:rPr>
            <a:t>LLM </a:t>
          </a:r>
        </a:p>
      </dsp:txBody>
      <dsp:txXfrm>
        <a:off x="41" y="103072"/>
        <a:ext cx="4005262" cy="691200"/>
      </dsp:txXfrm>
    </dsp:sp>
    <dsp:sp modelId="{E40693AB-0965-4888-A1D9-D9144CEE02F3}">
      <dsp:nvSpPr>
        <dsp:cNvPr id="0" name=""/>
        <dsp:cNvSpPr/>
      </dsp:nvSpPr>
      <dsp:spPr>
        <a:xfrm>
          <a:off x="41" y="794272"/>
          <a:ext cx="4005262" cy="3425760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Trả lời dựa trên kiến thức đã huấn luyện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Khó bám sát đề cương môn học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Không truy xuất tài liệu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Có thể sinh thông tin sai lệch (Hallucination)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kern="1200" smtClean="0">
              <a:latin typeface="Arial" panose="020B0604020202020204" pitchFamily="34" charset="0"/>
              <a:cs typeface="Arial" panose="020B0604020202020204" pitchFamily="34" charset="0"/>
            </a:rPr>
            <a:t>Thiếu căn cứ, k</a:t>
          </a: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hông </a:t>
          </a:r>
          <a:r>
            <a:rPr lang="vi-VN" sz="2400" kern="1200" smtClean="0">
              <a:latin typeface="Arial" panose="020B0604020202020204" pitchFamily="34" charset="0"/>
              <a:cs typeface="Arial" panose="020B0604020202020204" pitchFamily="34" charset="0"/>
            </a:rPr>
            <a:t>    </a:t>
          </a: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hỗ trợ kiểm chứng nguồn</a:t>
          </a:r>
          <a:endParaRPr lang="en-US" sz="24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1" y="794272"/>
        <a:ext cx="4005262" cy="3425760"/>
      </dsp:txXfrm>
    </dsp:sp>
    <dsp:sp modelId="{6A089200-0F50-4C09-8FCF-BC12A95C3DC4}">
      <dsp:nvSpPr>
        <dsp:cNvPr id="0" name=""/>
        <dsp:cNvSpPr/>
      </dsp:nvSpPr>
      <dsp:spPr>
        <a:xfrm>
          <a:off x="4566040" y="103072"/>
          <a:ext cx="4005262" cy="6912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smtClean="0">
              <a:latin typeface="Arial" panose="020B0604020202020204" pitchFamily="34" charset="0"/>
              <a:cs typeface="Arial" panose="020B0604020202020204" pitchFamily="34" charset="0"/>
            </a:rPr>
            <a:t>LLM + RAG</a:t>
          </a:r>
          <a:endParaRPr lang="en-US" sz="28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566040" y="103072"/>
        <a:ext cx="4005262" cy="691200"/>
      </dsp:txXfrm>
    </dsp:sp>
    <dsp:sp modelId="{CD8B1B07-3FD6-4C40-A4DE-4C3931AB7820}">
      <dsp:nvSpPr>
        <dsp:cNvPr id="0" name=""/>
        <dsp:cNvSpPr/>
      </dsp:nvSpPr>
      <dsp:spPr>
        <a:xfrm>
          <a:off x="4566040" y="794272"/>
          <a:ext cx="4005262" cy="3425760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Kết hợp kiến thức của LLM với kho tri thức chuyên ngành</a:t>
          </a:r>
          <a:endParaRPr lang="en-US" sz="2400" b="1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Giảm thiểu thông tin sai lệch nhờ dữ liệu truy xuất</a:t>
          </a:r>
          <a:endParaRPr lang="en-US" sz="2400" b="1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" panose="020B0604020202020204" pitchFamily="34" charset="0"/>
              <a:cs typeface="Arial" panose="020B0604020202020204" pitchFamily="34" charset="0"/>
            </a:rPr>
            <a:t>Hỗ trợ truy vết nguồn     tri thức</a:t>
          </a:r>
          <a:endParaRPr lang="en-US" sz="2400" b="1" kern="120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Nội dung bám </a:t>
          </a:r>
          <a:r>
            <a:rPr lang="vi-VN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sát </a:t>
          </a:r>
          <a:r>
            <a:rPr lang="en-US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        </a:t>
          </a:r>
          <a:r>
            <a:rPr lang="vi-VN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đề </a:t>
          </a:r>
          <a:r>
            <a:rPr lang="vi-VN" sz="2400" b="0" kern="1200" smtClean="0">
              <a:latin typeface="Arial" panose="020B0604020202020204" pitchFamily="34" charset="0"/>
              <a:cs typeface="Arial" panose="020B0604020202020204" pitchFamily="34" charset="0"/>
            </a:rPr>
            <a:t>cương môn học</a:t>
          </a:r>
          <a:endParaRPr lang="en-US" sz="2400" b="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566040" y="794272"/>
        <a:ext cx="4005262" cy="342576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3CA5EC-5E59-4853-9FAF-0949264CD166}">
      <dsp:nvSpPr>
        <dsp:cNvPr id="0" name=""/>
        <dsp:cNvSpPr/>
      </dsp:nvSpPr>
      <dsp:spPr>
        <a:xfrm>
          <a:off x="0" y="204263"/>
          <a:ext cx="2983426" cy="2520000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1547" tIns="208280" rIns="231547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Tải lên tài liệu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Quản lý dự án bài giảng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Tạo câu hỏi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Xuất kết quả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>
              <a:latin typeface="Arial "/>
            </a:rPr>
            <a:t>Hỏi đáp tài liệu</a:t>
          </a:r>
          <a:endParaRPr lang="en-US" sz="2400" kern="1200">
            <a:latin typeface="Arial "/>
          </a:endParaRPr>
        </a:p>
      </dsp:txBody>
      <dsp:txXfrm>
        <a:off x="0" y="204263"/>
        <a:ext cx="2983426" cy="2520000"/>
      </dsp:txXfrm>
    </dsp:sp>
    <dsp:sp modelId="{BAA6E47A-EAE7-460E-B70E-2BBD832609B7}">
      <dsp:nvSpPr>
        <dsp:cNvPr id="0" name=""/>
        <dsp:cNvSpPr/>
      </dsp:nvSpPr>
      <dsp:spPr>
        <a:xfrm>
          <a:off x="149171" y="56663"/>
          <a:ext cx="2088398" cy="29520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936" tIns="0" rIns="78936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>
              <a:latin typeface="Arial "/>
            </a:rPr>
            <a:t>User:</a:t>
          </a:r>
        </a:p>
      </dsp:txBody>
      <dsp:txXfrm>
        <a:off x="163581" y="71073"/>
        <a:ext cx="2059578" cy="266380"/>
      </dsp:txXfrm>
    </dsp:sp>
    <dsp:sp modelId="{8E73A191-5E1B-49D6-987E-11CA2BCDBD99}">
      <dsp:nvSpPr>
        <dsp:cNvPr id="0" name=""/>
        <dsp:cNvSpPr/>
      </dsp:nvSpPr>
      <dsp:spPr>
        <a:xfrm>
          <a:off x="0" y="2925863"/>
          <a:ext cx="2983426" cy="2079000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1547" tIns="208280" rIns="231547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>
              <a:latin typeface="Arial "/>
            </a:rPr>
            <a:t>Quản lý </a:t>
          </a:r>
          <a:r>
            <a:rPr lang="en-US" sz="2400" kern="1200" smtClean="0">
              <a:latin typeface="Arial "/>
            </a:rPr>
            <a:t>tài </a:t>
          </a:r>
          <a:r>
            <a:rPr lang="en-US" sz="2400" kern="1200" smtClean="0">
              <a:latin typeface="Arial "/>
            </a:rPr>
            <a:t>liệu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kern="1200" smtClean="0">
              <a:latin typeface="Arial "/>
            </a:rPr>
            <a:t>Quản lý</a:t>
          </a:r>
          <a:r>
            <a:rPr lang="en-US" sz="2400" kern="1200" smtClean="0">
              <a:latin typeface="Arial "/>
            </a:rPr>
            <a:t> </a:t>
          </a:r>
          <a:r>
            <a:rPr lang="en-US" sz="2400" kern="1200" smtClean="0">
              <a:latin typeface="Arial "/>
            </a:rPr>
            <a:t>người </a:t>
          </a:r>
          <a:r>
            <a:rPr lang="vi-VN" sz="2400" kern="1200" smtClean="0">
              <a:latin typeface="Arial "/>
            </a:rPr>
            <a:t>dùng</a:t>
          </a:r>
          <a:endParaRPr lang="en-US" sz="2400" kern="1200">
            <a:latin typeface="Arial 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400" kern="1200" smtClean="0">
              <a:latin typeface="Arial "/>
            </a:rPr>
            <a:t>X</a:t>
          </a:r>
          <a:r>
            <a:rPr lang="en-US" sz="2400" kern="1200" smtClean="0">
              <a:latin typeface="Arial "/>
            </a:rPr>
            <a:t>em </a:t>
          </a:r>
          <a:r>
            <a:rPr lang="en-US" sz="2400" kern="1200" smtClean="0">
              <a:latin typeface="Arial "/>
            </a:rPr>
            <a:t>thống kê  hệ thống</a:t>
          </a:r>
          <a:endParaRPr lang="en-US" sz="2400" kern="1200">
            <a:latin typeface="Arial "/>
          </a:endParaRPr>
        </a:p>
      </dsp:txBody>
      <dsp:txXfrm>
        <a:off x="0" y="2925863"/>
        <a:ext cx="2983426" cy="2079000"/>
      </dsp:txXfrm>
    </dsp:sp>
    <dsp:sp modelId="{CA7141B4-8AE9-4B2A-A720-1AD6C8C5938D}">
      <dsp:nvSpPr>
        <dsp:cNvPr id="0" name=""/>
        <dsp:cNvSpPr/>
      </dsp:nvSpPr>
      <dsp:spPr>
        <a:xfrm>
          <a:off x="149171" y="2778263"/>
          <a:ext cx="2088398" cy="29520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936" tIns="0" rIns="78936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>
              <a:latin typeface="Arial "/>
            </a:rPr>
            <a:t>Admin:</a:t>
          </a:r>
        </a:p>
      </dsp:txBody>
      <dsp:txXfrm>
        <a:off x="163581" y="2792673"/>
        <a:ext cx="2059578" cy="2663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3CA5EC-5E59-4853-9FAF-0949264CD166}">
      <dsp:nvSpPr>
        <dsp:cNvPr id="0" name=""/>
        <dsp:cNvSpPr/>
      </dsp:nvSpPr>
      <dsp:spPr>
        <a:xfrm>
          <a:off x="0" y="202912"/>
          <a:ext cx="3094181" cy="3583125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143" tIns="1332992" rIns="240143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200" kern="1200" smtClean="0">
              <a:latin typeface="Arial "/>
            </a:rPr>
            <a:t>Bám sát đề cương</a:t>
          </a:r>
          <a:endParaRPr lang="en-US" sz="2200" kern="1200">
            <a:latin typeface="Arial "/>
          </a:endParaRPr>
        </a:p>
        <a:p>
          <a:pPr marL="228600" lvl="1" indent="-228600" algn="l" defTabSz="9779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200" kern="1200" smtClean="0">
              <a:latin typeface="Arial "/>
            </a:rPr>
            <a:t>Dựa trên tài liệu</a:t>
          </a:r>
          <a:endParaRPr lang="en-US" sz="2200" kern="1200">
            <a:latin typeface="Arial "/>
          </a:endParaRPr>
        </a:p>
        <a:p>
          <a:pPr marL="228600" lvl="1" indent="-228600" algn="l" defTabSz="9779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200" kern="1200" smtClean="0">
              <a:latin typeface="Arial "/>
            </a:rPr>
            <a:t>Có trích dẫn nguồn</a:t>
          </a:r>
          <a:endParaRPr lang="en-US" sz="2200" kern="1200">
            <a:latin typeface="Arial "/>
          </a:endParaRPr>
        </a:p>
        <a:p>
          <a:pPr marL="228600" lvl="1" indent="-228600" algn="l" defTabSz="97790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vi-VN" sz="2200" kern="1200" smtClean="0">
              <a:latin typeface="Arial "/>
            </a:rPr>
            <a:t>Giảm Hallucination</a:t>
          </a:r>
          <a:endParaRPr lang="en-US" sz="2200" kern="1200">
            <a:latin typeface="Arial "/>
          </a:endParaRPr>
        </a:p>
      </dsp:txBody>
      <dsp:txXfrm>
        <a:off x="0" y="202912"/>
        <a:ext cx="3094181" cy="3583125"/>
      </dsp:txXfrm>
    </dsp:sp>
    <dsp:sp modelId="{BAA6E47A-EAE7-460E-B70E-2BBD832609B7}">
      <dsp:nvSpPr>
        <dsp:cNvPr id="0" name=""/>
        <dsp:cNvSpPr/>
      </dsp:nvSpPr>
      <dsp:spPr>
        <a:xfrm>
          <a:off x="34002" y="0"/>
          <a:ext cx="3060178" cy="116481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867" tIns="0" rIns="81867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smtClean="0">
              <a:latin typeface="Arial "/>
            </a:rPr>
            <a:t>Lợi ích của RAG</a:t>
          </a:r>
          <a:endParaRPr lang="en-US" sz="2400" kern="1200">
            <a:latin typeface="Arial "/>
          </a:endParaRPr>
        </a:p>
      </dsp:txBody>
      <dsp:txXfrm>
        <a:off x="90864" y="56862"/>
        <a:ext cx="2946454" cy="105109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3CA5EC-5E59-4853-9FAF-0949264CD166}">
      <dsp:nvSpPr>
        <dsp:cNvPr id="0" name=""/>
        <dsp:cNvSpPr/>
      </dsp:nvSpPr>
      <dsp:spPr>
        <a:xfrm>
          <a:off x="0" y="593909"/>
          <a:ext cx="2687365" cy="3931199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8569" tIns="1332992" rIns="208569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500" kern="1200" smtClean="0">
              <a:latin typeface="Arial "/>
            </a:rPr>
            <a:t>Frontend: ReactJS + Vite</a:t>
          </a:r>
          <a:endParaRPr lang="en-US" sz="1500" kern="1200">
            <a:latin typeface="Arial "/>
          </a:endParaRPr>
        </a:p>
        <a:p>
          <a:pPr marL="114300" lvl="1" indent="-114300" algn="l" defTabSz="66675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500" kern="1200">
              <a:latin typeface="Arial "/>
            </a:rPr>
            <a:t>Backend: FastAPI</a:t>
          </a:r>
        </a:p>
        <a:p>
          <a:pPr marL="114300" lvl="1" indent="-114300" algn="l" defTabSz="66675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500" kern="1200">
              <a:latin typeface="Arial "/>
            </a:rPr>
            <a:t>Application Database: </a:t>
          </a:r>
          <a:r>
            <a:rPr lang="en-US" sz="1500" kern="1200" smtClean="0">
              <a:latin typeface="Arial "/>
            </a:rPr>
            <a:t>PostgreSQL</a:t>
          </a:r>
          <a:endParaRPr lang="en-US" sz="1500" kern="1200">
            <a:latin typeface="Arial "/>
          </a:endParaRPr>
        </a:p>
        <a:p>
          <a:pPr marL="114300" lvl="1" indent="-114300" algn="l" defTabSz="66675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500" kern="1200">
              <a:latin typeface="Arial "/>
            </a:rPr>
            <a:t>Vector Database: Qdrant</a:t>
          </a:r>
        </a:p>
        <a:p>
          <a:pPr marL="114300" lvl="1" indent="-114300" algn="l" defTabSz="66675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500" kern="1200">
              <a:latin typeface="Arial "/>
            </a:rPr>
            <a:t>LLM: Gemini API</a:t>
          </a:r>
        </a:p>
        <a:p>
          <a:pPr marL="114300" lvl="1" indent="-114300" algn="l" defTabSz="666750">
            <a:lnSpc>
              <a:spcPct val="15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500" kern="1200" smtClean="0">
              <a:latin typeface="Arial "/>
            </a:rPr>
            <a:t>Container: Docker</a:t>
          </a:r>
          <a:endParaRPr lang="en-US" sz="1500" kern="1200">
            <a:latin typeface="Arial "/>
          </a:endParaRPr>
        </a:p>
      </dsp:txBody>
      <dsp:txXfrm>
        <a:off x="0" y="593909"/>
        <a:ext cx="2687365" cy="3931199"/>
      </dsp:txXfrm>
    </dsp:sp>
    <dsp:sp modelId="{BAA6E47A-EAE7-460E-B70E-2BBD832609B7}">
      <dsp:nvSpPr>
        <dsp:cNvPr id="0" name=""/>
        <dsp:cNvSpPr/>
      </dsp:nvSpPr>
      <dsp:spPr>
        <a:xfrm>
          <a:off x="29532" y="496708"/>
          <a:ext cx="2657833" cy="112261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03" tIns="0" rIns="71103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smtClean="0">
              <a:latin typeface="Arial "/>
            </a:rPr>
            <a:t>Kiến trúc triển khai</a:t>
          </a:r>
          <a:endParaRPr lang="en-US" sz="2200" kern="1200">
            <a:latin typeface="Arial "/>
          </a:endParaRPr>
        </a:p>
      </dsp:txBody>
      <dsp:txXfrm>
        <a:off x="84333" y="551509"/>
        <a:ext cx="2548231" cy="10130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B0FA47-8B15-437F-B746-4611B2E50E7E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AFC3B5-3211-45B9-A75F-21C4D8AB7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76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3751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564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703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196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9660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255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864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90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0118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7402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0755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8334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8948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1475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1104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197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AFC3B5-3211-45B9-A75F-21C4D8AB734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2945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07240"/>
          </a:xfrm>
        </p:spPr>
        <p:txBody>
          <a:bodyPr>
            <a:noAutofit/>
          </a:bodyPr>
          <a:lstStyle>
            <a:lvl1pPr>
              <a:defRPr sz="360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86471"/>
            <a:ext cx="9144000" cy="57152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flipV="1">
            <a:off x="0" y="896533"/>
            <a:ext cx="9144000" cy="8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jpe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6.xml"/><Relationship Id="rId3" Type="http://schemas.openxmlformats.org/officeDocument/2006/relationships/image" Target="../media/image17.jpg"/><Relationship Id="rId7" Type="http://schemas.openxmlformats.org/officeDocument/2006/relationships/diagramColors" Target="../diagrams/colors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6.xml"/><Relationship Id="rId5" Type="http://schemas.openxmlformats.org/officeDocument/2006/relationships/diagramLayout" Target="../diagrams/layout6.xml"/><Relationship Id="rId4" Type="http://schemas.openxmlformats.org/officeDocument/2006/relationships/diagramData" Target="../diagrams/data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43599"/>
            <a:ext cx="9144000" cy="9144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90E14D1-3873-4F22-AF4A-8A2893212750}"/>
              </a:ext>
            </a:extLst>
          </p:cNvPr>
          <p:cNvSpPr txBox="1"/>
          <p:nvPr/>
        </p:nvSpPr>
        <p:spPr>
          <a:xfrm>
            <a:off x="0" y="4931204"/>
            <a:ext cx="2553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Giảng viên hướng dẫn:</a:t>
            </a:r>
          </a:p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TS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. Nguyễn </a:t>
            </a:r>
            <a:r>
              <a:rPr lang="en-US" err="1"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err="1">
                <a:latin typeface="Arial" panose="020B0604020202020204" pitchFamily="34" charset="0"/>
                <a:cs typeface="Arial" panose="020B0604020202020204" pitchFamily="34" charset="0"/>
              </a:rPr>
              <a:t>Ân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B06AA4D-FCEA-43B4-B026-FE247331C6AC}"/>
              </a:ext>
            </a:extLst>
          </p:cNvPr>
          <p:cNvSpPr txBox="1"/>
          <p:nvPr/>
        </p:nvSpPr>
        <p:spPr>
          <a:xfrm>
            <a:off x="6784734" y="4769965"/>
            <a:ext cx="22236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Sinh viên thực hiện:</a:t>
            </a:r>
          </a:p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Nguyễn Trường Vũ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MSSV: </a:t>
            </a:r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110122026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: DA22TTA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0D83BEF6-B093-42CC-AF65-FD674D663988}"/>
              </a:ext>
            </a:extLst>
          </p:cNvPr>
          <p:cNvSpPr txBox="1"/>
          <p:nvPr/>
        </p:nvSpPr>
        <p:spPr>
          <a:xfrm>
            <a:off x="2045524" y="203525"/>
            <a:ext cx="505295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>
                <a:latin typeface="Arial" panose="020B0604020202020204" pitchFamily="34" charset="0"/>
                <a:cs typeface="Arial" panose="020B0604020202020204" pitchFamily="34" charset="0"/>
              </a:rPr>
              <a:t>ĐẠI HỌC TRÀ VINH</a:t>
            </a:r>
          </a:p>
          <a:p>
            <a:pPr algn="ctr">
              <a:lnSpc>
                <a:spcPct val="150000"/>
              </a:lnSpc>
            </a:pPr>
            <a:r>
              <a:rPr lang="vi-VN" sz="2000" b="1">
                <a:latin typeface="Arial" panose="020B0604020202020204" pitchFamily="34" charset="0"/>
                <a:cs typeface="Arial" panose="020B0604020202020204" pitchFamily="34" charset="0"/>
              </a:rPr>
              <a:t>TRƯỜNG KỸ THUẬT VÀ CÔNG NGHỆ</a:t>
            </a:r>
            <a:endParaRPr lang="en-US" sz="20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vi-VN" sz="2000" b="1">
                <a:latin typeface="Arial" panose="020B0604020202020204" pitchFamily="34" charset="0"/>
                <a:cs typeface="Arial" panose="020B0604020202020204" pitchFamily="34" charset="0"/>
              </a:rPr>
              <a:t>KHOA CÔNG NGHỆ THÔNG TIN </a:t>
            </a:r>
            <a:endParaRPr lang="en-US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2B308F06-D02C-25BC-8380-9984090E2D11}"/>
              </a:ext>
            </a:extLst>
          </p:cNvPr>
          <p:cNvSpPr txBox="1"/>
          <p:nvPr/>
        </p:nvSpPr>
        <p:spPr>
          <a:xfrm>
            <a:off x="781538" y="2496071"/>
            <a:ext cx="776849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XÂY DỰNG HỆ </a:t>
            </a:r>
            <a:r>
              <a:rPr lang="en-US" sz="3600" b="1" smtClean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THỐNG RAG</a:t>
            </a:r>
          </a:p>
          <a:p>
            <a:pPr algn="ctr"/>
            <a:r>
              <a:rPr lang="en-US" sz="3600" b="1" smtClean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TẠO TÀI LIỆU GIẢNG DẠY</a:t>
            </a:r>
            <a:endParaRPr lang="en-US" sz="3600"/>
          </a:p>
        </p:txBody>
      </p:sp>
      <p:pic>
        <p:nvPicPr>
          <p:cNvPr id="9" name="Picture 8" descr="TVU-RGB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707" y="147763"/>
            <a:ext cx="1315001" cy="124692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0D83BEF6-B093-42CC-AF65-FD674D663988}"/>
              </a:ext>
            </a:extLst>
          </p:cNvPr>
          <p:cNvSpPr txBox="1"/>
          <p:nvPr/>
        </p:nvSpPr>
        <p:spPr>
          <a:xfrm>
            <a:off x="2150307" y="1798419"/>
            <a:ext cx="4843383" cy="496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smtClean="0">
                <a:latin typeface="Arial" panose="020B0604020202020204" pitchFamily="34" charset="0"/>
                <a:cs typeface="Arial" panose="020B0604020202020204" pitchFamily="34" charset="0"/>
              </a:rPr>
              <a:t> BÁO CÁO ĐỒ ÁN TỐT NGHIỆP</a:t>
            </a:r>
            <a:endParaRPr lang="en-US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/>
              <a:t>MỤC LỤC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="" xmlns:a16="http://schemas.microsoft.com/office/drawing/2014/main" id="{615EE8C7-E09F-F17F-2235-567C32037D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7196256"/>
              </p:ext>
            </p:extLst>
          </p:nvPr>
        </p:nvGraphicFramePr>
        <p:xfrm>
          <a:off x="-950495" y="1727200"/>
          <a:ext cx="11044990" cy="37407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/>
              <a:t>2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>
                <a:solidFill>
                  <a:schemeClr val="accent1">
                    <a:lumMod val="75000"/>
                  </a:schemeClr>
                </a:solidFill>
              </a:rPr>
              <a:t>BỐI CẢNH &amp; BÀI TOÁN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="" xmlns:a16="http://schemas.microsoft.com/office/drawing/2014/main" id="{5655C326-A335-860B-7E3F-CE90C03381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1358308"/>
              </p:ext>
            </p:extLst>
          </p:nvPr>
        </p:nvGraphicFramePr>
        <p:xfrm>
          <a:off x="128563" y="1108366"/>
          <a:ext cx="8886874" cy="51908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/>
              <a:t>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644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/>
              <a:t>GIẢI PHÁP ĐỀ XUẤT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9" name="Diagram 8">
            <a:extLst>
              <a:ext uri="{FF2B5EF4-FFF2-40B4-BE49-F238E27FC236}">
                <a16:creationId xmlns="" xmlns:a16="http://schemas.microsoft.com/office/drawing/2014/main" id="{2D53CFDA-CB5C-E60E-3BD7-FCE432853F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6982871"/>
              </p:ext>
            </p:extLst>
          </p:nvPr>
        </p:nvGraphicFramePr>
        <p:xfrm>
          <a:off x="360217" y="1312049"/>
          <a:ext cx="8571345" cy="43231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226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mtClean="0"/>
              <a:t>MỤC TIÊU CỦA ĐỀ TÀI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5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3309" y="1304636"/>
            <a:ext cx="8229600" cy="4525963"/>
          </a:xfrm>
        </p:spPr>
        <p:txBody>
          <a:bodyPr/>
          <a:lstStyle/>
          <a:p>
            <a:r>
              <a:rPr lang="en-US"/>
              <a:t>Hỗ trợ xây dựng tài liệu giảng dạy.</a:t>
            </a:r>
          </a:p>
          <a:p>
            <a:r>
              <a:rPr lang="en-US"/>
              <a:t>Khai thác tri thức từ giáo trình và tài liệu tham khảo.</a:t>
            </a:r>
          </a:p>
          <a:p>
            <a:r>
              <a:rPr lang="en-US"/>
              <a:t>Hỗ trợ tạo ngân hàng câu hỏi trắc nghiệm. </a:t>
            </a:r>
          </a:p>
          <a:p>
            <a:r>
              <a:rPr lang="en-US"/>
              <a:t>Xuất dữ liệu phục vụ giảng dạy và</a:t>
            </a:r>
            <a:r>
              <a:rPr lang="vi-VN"/>
              <a:t> hỗ trợ</a:t>
            </a:r>
            <a:r>
              <a:rPr lang="en-US"/>
              <a:t> tích hợp LMS.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9838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vi-VN" sz="3200" smtClean="0"/>
              <a:t>CƠ SỞ LÝ THUYẾT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96" y="1423822"/>
            <a:ext cx="3000478" cy="168470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666" y="1440692"/>
            <a:ext cx="2467892" cy="1650964"/>
          </a:xfrm>
          <a:prstGeom prst="rect">
            <a:avLst/>
          </a:prstGeom>
        </p:spPr>
      </p:pic>
      <p:pic>
        <p:nvPicPr>
          <p:cNvPr id="2050" name="Picture 2" descr="Định nghĩa React.j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5221" y="3483776"/>
            <a:ext cx="2134907" cy="1445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5718" y="3520686"/>
            <a:ext cx="1857816" cy="14325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288" y="4896551"/>
            <a:ext cx="2938246" cy="132833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80401" y="3538804"/>
            <a:ext cx="1492422" cy="143834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79243" y="5037046"/>
            <a:ext cx="3245635" cy="118783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8039" y="1457562"/>
            <a:ext cx="1989489" cy="165096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09690" y="3710343"/>
            <a:ext cx="2541872" cy="13019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131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b="1">
                <a:solidFill>
                  <a:schemeClr val="accent1">
                    <a:lumMod val="75000"/>
                  </a:schemeClr>
                </a:solidFill>
              </a:rPr>
              <a:t>USE-CASE &amp; YÊU CẦU HỆ THỐNG</a:t>
            </a:r>
            <a:endParaRPr sz="3400"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11" name="Diagram 10">
            <a:extLst>
              <a:ext uri="{FF2B5EF4-FFF2-40B4-BE49-F238E27FC236}">
                <a16:creationId xmlns="" xmlns:a16="http://schemas.microsoft.com/office/drawing/2014/main" id="{1ED27C14-4121-4D4D-47A7-FBE3633FA5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5902992"/>
              </p:ext>
            </p:extLst>
          </p:nvPr>
        </p:nvGraphicFramePr>
        <p:xfrm>
          <a:off x="138465" y="1043709"/>
          <a:ext cx="2983426" cy="50615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6" name="Picture 5"/>
          <p:cNvPicPr/>
          <p:nvPr/>
        </p:nvPicPr>
        <p:blipFill>
          <a:blip r:embed="rId8"/>
          <a:stretch>
            <a:fillRect/>
          </a:stretch>
        </p:blipFill>
        <p:spPr>
          <a:xfrm>
            <a:off x="3121891" y="1587082"/>
            <a:ext cx="5950527" cy="4003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/>
              <a:t>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124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vi-VN" sz="3200" b="1" smtClean="0">
                <a:solidFill>
                  <a:schemeClr val="accent1">
                    <a:lumMod val="75000"/>
                  </a:schemeClr>
                </a:solidFill>
              </a:rPr>
              <a:t>MÔ HÌNH</a:t>
            </a:r>
            <a:r>
              <a:rPr lang="en-US" sz="3200" b="1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3200" b="1" smtClean="0">
                <a:solidFill>
                  <a:schemeClr val="accent1">
                    <a:lumMod val="75000"/>
                  </a:schemeClr>
                </a:solidFill>
              </a:rPr>
              <a:t>ERD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43708"/>
            <a:ext cx="9144000" cy="52022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/>
              <a:t>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643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/>
              <a:t>PIPELINE RAG</a:t>
            </a:r>
            <a:endParaRPr sz="3400" b="1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11" name="Diagram 10">
            <a:extLst>
              <a:ext uri="{FF2B5EF4-FFF2-40B4-BE49-F238E27FC236}">
                <a16:creationId xmlns="" xmlns:a16="http://schemas.microsoft.com/office/drawing/2014/main" id="{1ED27C14-4121-4D4D-47A7-FBE3633FA5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435155"/>
              </p:ext>
            </p:extLst>
          </p:nvPr>
        </p:nvGraphicFramePr>
        <p:xfrm>
          <a:off x="0" y="1428631"/>
          <a:ext cx="3094181" cy="4525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Picture 4"/>
          <p:cNvPicPr/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891" y="1073612"/>
            <a:ext cx="5793509" cy="4893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28364" y="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/>
              <a:t>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8715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b="1" smtClean="0">
                <a:solidFill>
                  <a:schemeClr val="accent1">
                    <a:lumMod val="75000"/>
                  </a:schemeClr>
                </a:solidFill>
              </a:rPr>
              <a:t>KIẾN TRÚC HỆ THỐNG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437" y="984580"/>
            <a:ext cx="6391564" cy="5282291"/>
          </a:xfrm>
          <a:prstGeom prst="rect">
            <a:avLst/>
          </a:prstGeom>
        </p:spPr>
      </p:pic>
      <p:graphicFrame>
        <p:nvGraphicFramePr>
          <p:cNvPr id="8" name="Diagram 7">
            <a:extLst>
              <a:ext uri="{FF2B5EF4-FFF2-40B4-BE49-F238E27FC236}">
                <a16:creationId xmlns="" xmlns:a16="http://schemas.microsoft.com/office/drawing/2014/main" id="{1ED27C14-4121-4D4D-47A7-FBE3633FA5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3314555"/>
              </p:ext>
            </p:extLst>
          </p:nvPr>
        </p:nvGraphicFramePr>
        <p:xfrm>
          <a:off x="-576" y="984580"/>
          <a:ext cx="2687366" cy="4525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728363" y="0"/>
            <a:ext cx="498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5132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QUY TRÌNH NGHIỆP VỤ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01601" y="2465906"/>
            <a:ext cx="1579418" cy="222295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689926" y="2465906"/>
            <a:ext cx="1579418" cy="222295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511797" y="2465906"/>
            <a:ext cx="1579418" cy="222295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333668" y="2465906"/>
            <a:ext cx="1579418" cy="222295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902691" y="2465906"/>
            <a:ext cx="1579418" cy="2222954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Tải tài liệu lên hệ thống</a:t>
            </a:r>
          </a:p>
        </p:txBody>
      </p:sp>
      <p:cxnSp>
        <p:nvCxnSpPr>
          <p:cNvPr id="32" name="Straight Arrow Connector 31"/>
          <p:cNvCxnSpPr>
            <a:stCxn id="18" idx="3"/>
            <a:endCxn id="26" idx="1"/>
          </p:cNvCxnSpPr>
          <p:nvPr/>
        </p:nvCxnSpPr>
        <p:spPr>
          <a:xfrm>
            <a:off x="1681019" y="3577383"/>
            <a:ext cx="2216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26" idx="3"/>
            <a:endCxn id="23" idx="1"/>
          </p:cNvCxnSpPr>
          <p:nvPr/>
        </p:nvCxnSpPr>
        <p:spPr>
          <a:xfrm>
            <a:off x="3482109" y="3577383"/>
            <a:ext cx="2078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23" idx="3"/>
            <a:endCxn id="24" idx="1"/>
          </p:cNvCxnSpPr>
          <p:nvPr/>
        </p:nvCxnSpPr>
        <p:spPr>
          <a:xfrm>
            <a:off x="5269344" y="3577383"/>
            <a:ext cx="2424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24" idx="3"/>
            <a:endCxn id="25" idx="1"/>
          </p:cNvCxnSpPr>
          <p:nvPr/>
        </p:nvCxnSpPr>
        <p:spPr>
          <a:xfrm>
            <a:off x="7091215" y="3577383"/>
            <a:ext cx="2424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1601" y="3254217"/>
            <a:ext cx="1558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Tải tài liệu lên hệ thống</a:t>
            </a:r>
            <a:endParaRPr lang="vi-VN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980510" y="3254216"/>
            <a:ext cx="14237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Xây dựng kho tri thức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745347" y="3294178"/>
            <a:ext cx="15794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Tạo bài giảng tự động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5589616" y="3294178"/>
            <a:ext cx="14237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Tạo câu hỏi trắc nghiệm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411487" y="3432677"/>
            <a:ext cx="16124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Xuất kết quả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1" name="Rounded Rectangle 1030"/>
          <p:cNvSpPr/>
          <p:nvPr/>
        </p:nvSpPr>
        <p:spPr>
          <a:xfrm>
            <a:off x="101601" y="2465906"/>
            <a:ext cx="1579418" cy="48973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/>
              <a:t>Bước 1</a:t>
            </a:r>
            <a:endParaRPr lang="en-US"/>
          </a:p>
        </p:txBody>
      </p:sp>
      <p:sp>
        <p:nvSpPr>
          <p:cNvPr id="74" name="Rounded Rectangle 73"/>
          <p:cNvSpPr/>
          <p:nvPr/>
        </p:nvSpPr>
        <p:spPr>
          <a:xfrm>
            <a:off x="1902691" y="2465902"/>
            <a:ext cx="1579418" cy="48973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Bước 2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3689926" y="2465901"/>
            <a:ext cx="1579418" cy="48973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Bước 3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5511797" y="2465900"/>
            <a:ext cx="1579418" cy="48973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Bước 4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7333668" y="2471769"/>
            <a:ext cx="1579418" cy="48973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Bước 5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82182" y="0"/>
            <a:ext cx="461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09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KẾT QUẢ NGHIÊN CỨU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22" name="Picture 21"/>
          <p:cNvPicPr/>
          <p:nvPr/>
        </p:nvPicPr>
        <p:blipFill>
          <a:blip r:embed="rId3"/>
          <a:stretch>
            <a:fillRect/>
          </a:stretch>
        </p:blipFill>
        <p:spPr>
          <a:xfrm>
            <a:off x="137679" y="1113847"/>
            <a:ext cx="8941666" cy="4594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8291" y="5837382"/>
            <a:ext cx="2318327" cy="3786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Kết quả tạo bài giảng</a:t>
            </a:r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63708" y="0"/>
            <a:ext cx="480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252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KẾT QUẢ NGHIÊN CỨU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/>
          <p:cNvPicPr/>
          <p:nvPr/>
        </p:nvPicPr>
        <p:blipFill>
          <a:blip r:embed="rId3"/>
          <a:stretch>
            <a:fillRect/>
          </a:stretch>
        </p:blipFill>
        <p:spPr>
          <a:xfrm>
            <a:off x="635404" y="1055957"/>
            <a:ext cx="8051396" cy="2387884"/>
          </a:xfrm>
          <a:prstGeom prst="rect">
            <a:avLst/>
          </a:prstGeom>
        </p:spPr>
      </p:pic>
      <p:pic>
        <p:nvPicPr>
          <p:cNvPr id="4" name="Picture 3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360" y="3551666"/>
            <a:ext cx="5669280" cy="2389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48196" y="5941171"/>
            <a:ext cx="5558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Kết quả chức năng gợi ý Prompt và gợi ý Placeholder ảnh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728363" y="0"/>
            <a:ext cx="489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183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KẾT QUẢ NGHIÊN CỨU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1602653" y="1043940"/>
            <a:ext cx="5680075" cy="3754120"/>
          </a:xfrm>
          <a:prstGeom prst="rect">
            <a:avLst/>
          </a:prstGeom>
        </p:spPr>
      </p:pic>
      <p:pic>
        <p:nvPicPr>
          <p:cNvPr id="6" name="Picture 5"/>
          <p:cNvPicPr/>
          <p:nvPr/>
        </p:nvPicPr>
        <p:blipFill>
          <a:blip r:embed="rId4"/>
          <a:stretch>
            <a:fillRect/>
          </a:stretch>
        </p:blipFill>
        <p:spPr>
          <a:xfrm>
            <a:off x="1138237" y="4930813"/>
            <a:ext cx="6463290" cy="10266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64509" y="5957455"/>
            <a:ext cx="5708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Kết quả tạo và xuất câu hỏi trắc nghiệm</a:t>
            </a:r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728363" y="0"/>
            <a:ext cx="4987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4052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smtClean="0"/>
              <a:t>KẾT QUẢ NGHIÊN CỨU</a:t>
            </a:r>
            <a:endParaRPr sz="3200"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38400" y="5891455"/>
            <a:ext cx="426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Kết quả </a:t>
            </a:r>
            <a:r>
              <a:rPr lang="vi-VN"/>
              <a:t>import thành công </a:t>
            </a:r>
            <a:r>
              <a:rPr lang="vi-VN"/>
              <a:t>lên </a:t>
            </a:r>
            <a:r>
              <a:rPr lang="vi-VN" smtClean="0"/>
              <a:t>Moodle</a:t>
            </a:r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728363" y="0"/>
            <a:ext cx="4987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15</a:t>
            </a:r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18" y="1072549"/>
            <a:ext cx="8220364" cy="471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814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mtClean="0"/>
              <a:t>KẾT LUẬN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259037"/>
            <a:ext cx="8686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smtClean="0">
                <a:latin typeface="Arial" panose="020B0604020202020204" pitchFamily="34" charset="0"/>
                <a:cs typeface="Arial" panose="020B0604020202020204" pitchFamily="34" charset="0"/>
              </a:rPr>
              <a:t>Xây dựng thành công hệ thống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Giảm </a:t>
            </a:r>
            <a:r>
              <a:rPr lang="vi-VN" sz="2400">
                <a:latin typeface="Arial" panose="020B0604020202020204" pitchFamily="34" charset="0"/>
                <a:cs typeface="Arial" panose="020B0604020202020204" pitchFamily="34" charset="0"/>
              </a:rPr>
              <a:t>thời </a:t>
            </a: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sz="2400" smtClean="0">
                <a:latin typeface="Arial" panose="020B0604020202020204" pitchFamily="34" charset="0"/>
                <a:cs typeface="Arial" panose="020B0604020202020204" pitchFamily="34" charset="0"/>
              </a:rPr>
              <a:t>, công sức </a:t>
            </a: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biên </a:t>
            </a:r>
            <a:r>
              <a:rPr lang="vi-VN" sz="2400">
                <a:latin typeface="Arial" panose="020B0604020202020204" pitchFamily="34" charset="0"/>
                <a:cs typeface="Arial" panose="020B0604020202020204" pitchFamily="34" charset="0"/>
              </a:rPr>
              <a:t>soạn học liệu cho giảng viên.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Khai </a:t>
            </a:r>
            <a:r>
              <a:rPr lang="vi-VN" sz="2400">
                <a:latin typeface="Arial" panose="020B0604020202020204" pitchFamily="34" charset="0"/>
                <a:cs typeface="Arial" panose="020B0604020202020204" pitchFamily="34" charset="0"/>
              </a:rPr>
              <a:t>thác hiệu quả nguồn tài liệu chuyên </a:t>
            </a: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ngành</a:t>
            </a:r>
            <a:endParaRPr lang="vi-VN" sz="2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Nâng </a:t>
            </a:r>
            <a:r>
              <a:rPr lang="vi-VN" sz="2400">
                <a:latin typeface="Arial" panose="020B0604020202020204" pitchFamily="34" charset="0"/>
                <a:cs typeface="Arial" panose="020B0604020202020204" pitchFamily="34" charset="0"/>
              </a:rPr>
              <a:t>cao tính chính xác, minh bạch và khả năng truy vết của nội dung được </a:t>
            </a: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smtClean="0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endParaRPr lang="vi-VN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719127" y="0"/>
            <a:ext cx="50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6831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mtClean="0"/>
              <a:t>HƯỚNG PHÁT TRIỂN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259037"/>
            <a:ext cx="895003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>
                <a:latin typeface="Arial" panose="020B0604020202020204" pitchFamily="34" charset="0"/>
                <a:cs typeface="Arial" panose="020B0604020202020204" pitchFamily="34" charset="0"/>
              </a:rPr>
              <a:t>Mở rộng </a:t>
            </a:r>
            <a:r>
              <a:rPr lang="en-US" sz="2400" smtClean="0">
                <a:latin typeface="Arial" panose="020B0604020202020204" pitchFamily="34" charset="0"/>
                <a:cs typeface="Arial" panose="020B0604020202020204" pitchFamily="34" charset="0"/>
              </a:rPr>
              <a:t>áp dụng cho nhiều môn học khác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Tích </a:t>
            </a:r>
            <a:r>
              <a:rPr lang="vi-VN" sz="2400">
                <a:latin typeface="Arial" panose="020B0604020202020204" pitchFamily="34" charset="0"/>
                <a:cs typeface="Arial" panose="020B0604020202020204" pitchFamily="34" charset="0"/>
              </a:rPr>
              <a:t>hợp LMS và các mô hình AI </a:t>
            </a: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mới.</a:t>
            </a:r>
            <a:endParaRPr lang="en-US" sz="240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>
                <a:latin typeface="Arial" panose="020B0604020202020204" pitchFamily="34" charset="0"/>
                <a:cs typeface="Arial" panose="020B0604020202020204" pitchFamily="34" charset="0"/>
              </a:rPr>
              <a:t>Nâng cao chất lượng </a:t>
            </a: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và </a:t>
            </a:r>
            <a:r>
              <a:rPr lang="vi-VN" sz="2400">
                <a:latin typeface="Arial" panose="020B0604020202020204" pitchFamily="34" charset="0"/>
                <a:cs typeface="Arial" panose="020B0604020202020204" pitchFamily="34" charset="0"/>
              </a:rPr>
              <a:t>đánh giá nội dung bằng các kỹ thuật RAG tiên tiến.</a:t>
            </a:r>
            <a:endParaRPr lang="en-US" sz="240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2400" smtClean="0">
                <a:latin typeface="Arial" panose="020B0604020202020204" pitchFamily="34" charset="0"/>
                <a:cs typeface="Arial" panose="020B0604020202020204" pitchFamily="34" charset="0"/>
              </a:rPr>
              <a:t>Hỗ </a:t>
            </a:r>
            <a:r>
              <a:rPr lang="vi-VN" sz="2400">
                <a:latin typeface="Arial" panose="020B0604020202020204" pitchFamily="34" charset="0"/>
                <a:cs typeface="Arial" panose="020B0604020202020204" pitchFamily="34" charset="0"/>
              </a:rPr>
              <a:t>trợ tạo Slide, hình ảnh và học liệu đa phương tiện.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6789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vi-VN" smtClean="0"/>
              <a:t>LỜI CẢM ƠN</a:t>
            </a:r>
            <a:endParaRPr b="1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-34636" y="2727619"/>
            <a:ext cx="895003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>
                <a:latin typeface="Arial" panose="020B0604020202020204" pitchFamily="34" charset="0"/>
                <a:cs typeface="Arial" panose="020B0604020202020204" pitchFamily="34" charset="0"/>
              </a:rPr>
              <a:t>Xin </a:t>
            </a:r>
            <a:r>
              <a:rPr lang="vi-VN" sz="3600" b="1">
                <a:latin typeface="Arial" panose="020B0604020202020204" pitchFamily="34" charset="0"/>
                <a:cs typeface="Arial" panose="020B0604020202020204" pitchFamily="34" charset="0"/>
              </a:rPr>
              <a:t>cảm ơn quý thầy cô đã lắng nghe.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0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mtClean="0"/>
              <a:t>17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16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1661</TotalTime>
  <Words>649</Words>
  <Application>Microsoft Office PowerPoint</Application>
  <PresentationFormat>On-screen Show (4:3)</PresentationFormat>
  <Paragraphs>144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Arial </vt:lpstr>
      <vt:lpstr>Calibri</vt:lpstr>
      <vt:lpstr>Office Theme</vt:lpstr>
      <vt:lpstr>PowerPoint Presentation</vt:lpstr>
      <vt:lpstr>MỤC LỤC</vt:lpstr>
      <vt:lpstr>BỐI CẢNH &amp; BÀI TOÁN</vt:lpstr>
      <vt:lpstr>GIẢI PHÁP ĐỀ XUẤT</vt:lpstr>
      <vt:lpstr>MỤC TIÊU CỦA ĐỀ TÀI</vt:lpstr>
      <vt:lpstr>CƠ SỞ LÝ THUYẾT</vt:lpstr>
      <vt:lpstr>USE-CASE &amp; YÊU CẦU HỆ THỐNG</vt:lpstr>
      <vt:lpstr>MÔ HÌNH ERD</vt:lpstr>
      <vt:lpstr>PIPELINE RAG</vt:lpstr>
      <vt:lpstr>KIẾN TRÚC HỆ THỐNG</vt:lpstr>
      <vt:lpstr>QUY TRÌNH NGHIỆP VỤ</vt:lpstr>
      <vt:lpstr>KẾT QUẢ NGHIÊN CỨU</vt:lpstr>
      <vt:lpstr>KẾT QUẢ NGHIÊN CỨU</vt:lpstr>
      <vt:lpstr>KẾT QUẢ NGHIÊN CỨU</vt:lpstr>
      <vt:lpstr>KẾT QUẢ NGHIÊN CỨU</vt:lpstr>
      <vt:lpstr>KẾT LUẬN</vt:lpstr>
      <vt:lpstr>HƯỚNG PHÁT TRIỂN</vt:lpstr>
      <vt:lpstr>LỜI CẢM ƠN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CHƯƠNG 1: TỔNG QUAN VỀ QUẢN LÝ DỰ ÁN PHẦN MỀM</dc:title>
  <dc:subject/>
  <dc:creator>Khac Quoc</dc:creator>
  <cp:keywords/>
  <dc:description>generated using python-pptx</dc:description>
  <cp:lastModifiedBy>TRUONG VU</cp:lastModifiedBy>
  <cp:revision>191</cp:revision>
  <dcterms:created xsi:type="dcterms:W3CDTF">2013-01-27T09:14:16Z</dcterms:created>
  <dcterms:modified xsi:type="dcterms:W3CDTF">2026-07-03T07:50:37Z</dcterms:modified>
  <cp:category/>
</cp:coreProperties>
</file>